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CCE6B-EF91-817D-7B54-4BE614EA2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4C601-015F-A1F0-6CB1-7F2A000DC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8CE6B-19F8-8696-F24E-3F8ABA203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C3BFF-59F7-9212-B14E-54D08D278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C1CB9-204C-2BC6-4FCB-905E7E9B1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708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68DD6-7D43-57DE-D776-7B78DD9E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5E2D0-61FF-24E1-8246-A3FCCF901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334AB-1AB3-D4ED-5DD8-ED417D526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95D98-1EDC-1736-D084-9EBB86DD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FDF04-99E0-9DE4-3C13-8473CF2C8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9282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CB213-A4E0-F842-4238-EEF1ED699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CA51C-BF04-A36F-14B6-24C5AC9A4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F1377-FA5E-4988-D0BB-139358D7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517B9-EBF5-C24E-1FFC-901A6F57D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7350E-8BF4-A6E5-12EF-B9848914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3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AC0B3-5114-F284-CDF2-8C4C3E46F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74639-811C-2B49-4067-88B1BA180D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D2DC4-620C-C28A-1BF2-4FE224A49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04CC0-A090-182C-F32C-A1841187D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C0910-26A7-0782-C2A5-0D5C86452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FCAE6-EB47-A642-5428-102FFC45D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13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F8C6F-4C41-156C-1EF1-27B444769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122A3-A24F-E2D5-B7CC-3B3864C96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123D6-A20A-A2CE-B680-65B244516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F9E563-0F0A-E338-614B-B9C8323A0E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5E6332-9AB9-A080-4578-A73FABDB85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3613E1-19F7-582B-7B66-989859E00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A8A20D-590A-3BE0-D703-D4E43D3E4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561256-74D2-AFBD-C630-03A11CCB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664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C8753-091B-7375-DA37-E51C33920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6A081E-312B-188A-651E-0014B421D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BBD0B-17B1-7A5C-C0FE-CF17559B6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8FE630-F524-5BAA-E0DC-7645BB3B2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45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675B6-8CFD-C4E0-58EA-0C7A1E7D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58577F-BF65-E113-4406-F797C087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0D07F-CA08-930E-547D-A8D0A9EB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117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B1A78-9012-1190-8FA4-A756F3707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EA484-6D04-1B9B-6DA6-F9E3CB15F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ECF79-B2DD-C204-2B7A-E6E69BBE4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E2B60-7C4D-C5C3-3530-8A660BC19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E510B-EC2F-608B-1F30-E3F2D6247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FB6E2-E14F-DCEF-201C-CDC5150D1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67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B04E4-E22A-127E-0BCB-B0F2F253B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B80937-A075-2393-796B-73BA16DF1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406CA-C521-9023-95DC-C95FADCA6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AFBCCC-DAF9-4DD9-769F-DDCD39CB9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5DB5A-2986-0083-A290-CC2876409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D89F6-BC19-9A8B-CF3B-842076BCE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3807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6C6BA-C92C-9823-7C20-FC52958C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2A3C11-E6CF-6782-DFDA-7A957E679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656BA-B5C5-3D8C-4B2B-642DB4318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BA4A3-49F8-8653-D743-CFC618E8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AFBBE-64C6-A1CF-7259-555BD45F0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4628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189C92-54DE-0C0D-991C-C07FDBDB4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F30208-32F9-F3BB-FF24-1A2925A8D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1D7FE-2832-D6DC-E79A-4630E72D7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4DCD-49A4-4C8A-AC93-D70ED1634DDA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2EEFE-5BF7-130C-5139-DF27F3825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E0216-2785-3A5B-8039-2B60596D2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7577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2134C9-A249-04AD-4F7A-603EF7C56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5595F-F160-B3E7-EC5D-D5432BE4C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E5625-583D-D352-55E5-DDF0EC26BA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04DCD-49A4-4C8A-AC93-D70ED1634DDA}" type="datetimeFigureOut">
              <a:rPr lang="en-AU" smtClean="0"/>
              <a:t>27/02/2026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3F98D-AC12-4985-2F87-69BFFA720C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555A7-EB92-058E-1152-936D7372A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29E654-5016-46EF-904E-0487DF9146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63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4C5EC0-CBA2-00B1-7216-A37B33C2D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Boxplot</a:t>
            </a:r>
            <a:endParaRPr lang="en-AU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89E5434-95C3-09F0-E972-8CF2CF0B1BB6}"/>
              </a:ext>
            </a:extLst>
          </p:cNvPr>
          <p:cNvGrpSpPr/>
          <p:nvPr/>
        </p:nvGrpSpPr>
        <p:grpSpPr>
          <a:xfrm>
            <a:off x="4174434" y="2034209"/>
            <a:ext cx="3399183" cy="4393095"/>
            <a:chOff x="4174434" y="2034209"/>
            <a:chExt cx="3399183" cy="4393095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E010837-079C-C4DC-671A-E98B64B55D4E}"/>
                </a:ext>
              </a:extLst>
            </p:cNvPr>
            <p:cNvSpPr/>
            <p:nvPr/>
          </p:nvSpPr>
          <p:spPr>
            <a:xfrm>
              <a:off x="4174434" y="2034209"/>
              <a:ext cx="3399183" cy="43930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93C03CF-6C63-3C3B-6618-1E147D6092F6}"/>
                </a:ext>
              </a:extLst>
            </p:cNvPr>
            <p:cNvGrpSpPr/>
            <p:nvPr/>
          </p:nvGrpSpPr>
          <p:grpSpPr>
            <a:xfrm>
              <a:off x="4499110" y="2372139"/>
              <a:ext cx="2991680" cy="3806116"/>
              <a:chOff x="4499110" y="2372139"/>
              <a:chExt cx="2991680" cy="3806116"/>
            </a:xfrm>
          </p:grpSpPr>
          <p:pic>
            <p:nvPicPr>
              <p:cNvPr id="5" name="Picture 4" descr="A white rectangular object with black lines&#10;&#10;AI-generated content may be incorrect.">
                <a:extLst>
                  <a:ext uri="{FF2B5EF4-FFF2-40B4-BE49-F238E27FC236}">
                    <a16:creationId xmlns:a16="http://schemas.microsoft.com/office/drawing/2014/main" id="{27D42CA1-B98F-3EA1-B6BC-630BD33377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30242" y="2429031"/>
                <a:ext cx="2333951" cy="3696216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1A9A1B-42C6-F0FF-5CA7-5C71C3772A3C}"/>
                  </a:ext>
                </a:extLst>
              </p:cNvPr>
              <p:cNvSpPr txBox="1"/>
              <p:nvPr/>
            </p:nvSpPr>
            <p:spPr>
              <a:xfrm>
                <a:off x="5406886" y="2372139"/>
                <a:ext cx="6427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Max</a:t>
                </a:r>
                <a:endParaRPr lang="en-AU" sz="1400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A664E24-A24F-FA96-32DF-D3C2C906B143}"/>
                  </a:ext>
                </a:extLst>
              </p:cNvPr>
              <p:cNvSpPr txBox="1"/>
              <p:nvPr/>
            </p:nvSpPr>
            <p:spPr>
              <a:xfrm>
                <a:off x="5406886" y="5002695"/>
                <a:ext cx="6427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Min</a:t>
                </a:r>
                <a:endParaRPr lang="en-AU" sz="1400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A7304-718E-A283-7E45-C67874110AA6}"/>
                  </a:ext>
                </a:extLst>
              </p:cNvPr>
              <p:cNvSpPr txBox="1"/>
              <p:nvPr/>
            </p:nvSpPr>
            <p:spPr>
              <a:xfrm>
                <a:off x="5161722" y="5870478"/>
                <a:ext cx="8878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Outlier</a:t>
                </a:r>
                <a:endParaRPr lang="en-AU" sz="1400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12C6CD5-A07D-3F6E-E433-D66D0ED6991F}"/>
                  </a:ext>
                </a:extLst>
              </p:cNvPr>
              <p:cNvSpPr txBox="1"/>
              <p:nvPr/>
            </p:nvSpPr>
            <p:spPr>
              <a:xfrm>
                <a:off x="4499110" y="4277139"/>
                <a:ext cx="6427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Q1</a:t>
                </a:r>
                <a:endParaRPr lang="en-AU" sz="140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8C1747A-BAEC-555A-7533-9CD5C55B2B60}"/>
                  </a:ext>
                </a:extLst>
              </p:cNvPr>
              <p:cNvSpPr txBox="1"/>
              <p:nvPr/>
            </p:nvSpPr>
            <p:spPr>
              <a:xfrm>
                <a:off x="4499110" y="3969362"/>
                <a:ext cx="6427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Q2</a:t>
                </a:r>
                <a:endParaRPr lang="en-AU" sz="1400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6ED9E94-AA8A-18A6-B216-F899A230E1DD}"/>
                  </a:ext>
                </a:extLst>
              </p:cNvPr>
              <p:cNvSpPr txBox="1"/>
              <p:nvPr/>
            </p:nvSpPr>
            <p:spPr>
              <a:xfrm>
                <a:off x="4499110" y="3547452"/>
                <a:ext cx="6427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Q3</a:t>
                </a:r>
                <a:endParaRPr lang="en-AU" sz="1400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F2F58FC-225F-1066-E4FC-004A750D660F}"/>
                  </a:ext>
                </a:extLst>
              </p:cNvPr>
              <p:cNvSpPr txBox="1"/>
              <p:nvPr/>
            </p:nvSpPr>
            <p:spPr>
              <a:xfrm>
                <a:off x="5897217" y="2932145"/>
                <a:ext cx="6427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25%</a:t>
                </a:r>
                <a:endParaRPr lang="en-AU" sz="14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E12BADD-93EB-5E4B-A846-A40BE6601167}"/>
                  </a:ext>
                </a:extLst>
              </p:cNvPr>
              <p:cNvSpPr txBox="1"/>
              <p:nvPr/>
            </p:nvSpPr>
            <p:spPr>
              <a:xfrm>
                <a:off x="6848060" y="3746569"/>
                <a:ext cx="6427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25%</a:t>
                </a:r>
                <a:endParaRPr lang="en-AU" sz="140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7587CF-66FC-8125-664E-364BD15E2C92}"/>
                  </a:ext>
                </a:extLst>
              </p:cNvPr>
              <p:cNvSpPr txBox="1"/>
              <p:nvPr/>
            </p:nvSpPr>
            <p:spPr>
              <a:xfrm>
                <a:off x="6848060" y="4111238"/>
                <a:ext cx="6427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25%</a:t>
                </a:r>
                <a:endParaRPr lang="en-AU" sz="1400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D0655B3-4C6F-EE0F-8F5F-373F1DFCF994}"/>
                  </a:ext>
                </a:extLst>
              </p:cNvPr>
              <p:cNvSpPr txBox="1"/>
              <p:nvPr/>
            </p:nvSpPr>
            <p:spPr>
              <a:xfrm>
                <a:off x="5934923" y="4694918"/>
                <a:ext cx="6427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25%</a:t>
                </a:r>
                <a:endParaRPr lang="en-AU" sz="1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28334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1476</TotalTime>
  <Words>15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Boxplot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Dear</dc:creator>
  <cp:lastModifiedBy>Michael Dear</cp:lastModifiedBy>
  <cp:revision>1</cp:revision>
  <dcterms:created xsi:type="dcterms:W3CDTF">2026-02-27T10:18:29Z</dcterms:created>
  <dcterms:modified xsi:type="dcterms:W3CDTF">2026-02-28T10:55:26Z</dcterms:modified>
</cp:coreProperties>
</file>