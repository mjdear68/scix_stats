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81E93-EA1C-428B-B9BE-A04412DFC7D2}" v="15" dt="2026-03-10T22:57:1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Dear" userId="3e1782c443928b15" providerId="LiveId" clId="{0978D5F3-9246-4E8C-8EA8-A98E83689D17}"/>
    <pc:docChg chg="addSld modSld">
      <pc:chgData name="Michael Dear" userId="3e1782c443928b15" providerId="LiveId" clId="{0978D5F3-9246-4E8C-8EA8-A98E83689D17}" dt="2026-03-10T22:57:19.071" v="22" actId="5736"/>
      <pc:docMkLst>
        <pc:docMk/>
      </pc:docMkLst>
      <pc:sldChg chg="modSp add mod">
        <pc:chgData name="Michael Dear" userId="3e1782c443928b15" providerId="LiveId" clId="{0978D5F3-9246-4E8C-8EA8-A98E83689D17}" dt="2026-03-10T22:57:19.071" v="22" actId="5736"/>
        <pc:sldMkLst>
          <pc:docMk/>
          <pc:sldMk cId="3808430824" sldId="260"/>
        </pc:sldMkLst>
        <pc:graphicFrameChg chg="mod modGraphic">
          <ac:chgData name="Michael Dear" userId="3e1782c443928b15" providerId="LiveId" clId="{0978D5F3-9246-4E8C-8EA8-A98E83689D17}" dt="2026-03-10T22:57:19.071" v="22" actId="5736"/>
          <ac:graphicFrameMkLst>
            <pc:docMk/>
            <pc:sldMk cId="3808430824" sldId="260"/>
            <ac:graphicFrameMk id="4" creationId="{C842EC9C-A27B-E315-A91E-4CA96765E5A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D0AC3A-7A03-4322-BEFF-5EA53E2A9B36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F9826B-F3BC-406E-BD51-3F7824C4238C}">
      <dgm:prSet phldrT="[Text]" phldr="0" custT="1"/>
      <dgm:spPr/>
      <dgm:t>
        <a:bodyPr/>
        <a:lstStyle/>
        <a:p>
          <a:r>
            <a:rPr lang="en-US" sz="2800" dirty="0">
              <a:latin typeface="Aptos Display" panose="020F0302020204030204"/>
            </a:rPr>
            <a:t>Data</a:t>
          </a:r>
          <a:endParaRPr lang="en-US" sz="2800" dirty="0"/>
        </a:p>
      </dgm:t>
    </dgm:pt>
    <dgm:pt modelId="{136CB4C9-16FD-430D-B5B1-16DFAC1BFA6F}" type="parTrans" cxnId="{F9740953-DB50-4CF7-9871-781EFF6476DE}">
      <dgm:prSet/>
      <dgm:spPr/>
      <dgm:t>
        <a:bodyPr/>
        <a:lstStyle/>
        <a:p>
          <a:endParaRPr lang="en-US"/>
        </a:p>
      </dgm:t>
    </dgm:pt>
    <dgm:pt modelId="{31EEAA2F-82BA-4429-A45E-0B2A32D4B58A}" type="sibTrans" cxnId="{F9740953-DB50-4CF7-9871-781EFF6476DE}">
      <dgm:prSet/>
      <dgm:spPr/>
      <dgm:t>
        <a:bodyPr/>
        <a:lstStyle/>
        <a:p>
          <a:endParaRPr lang="en-US"/>
        </a:p>
      </dgm:t>
    </dgm:pt>
    <dgm:pt modelId="{E75A42A3-3B0E-4FE7-B5B6-B5B470989055}">
      <dgm:prSet phldrT="[Text]" phldr="0" custT="1"/>
      <dgm:spPr/>
      <dgm:t>
        <a:bodyPr/>
        <a:lstStyle/>
        <a:p>
          <a:pPr rtl="0"/>
          <a:r>
            <a:rPr lang="en-US" sz="2000" dirty="0">
              <a:latin typeface="Aptos Display" panose="020F0302020204030204"/>
            </a:rPr>
            <a:t>Qualitative (Categorical)</a:t>
          </a:r>
          <a:endParaRPr lang="en-US" sz="2000" dirty="0"/>
        </a:p>
      </dgm:t>
    </dgm:pt>
    <dgm:pt modelId="{5890EC6B-CFEF-432E-81B5-421A8BC1C154}" type="parTrans" cxnId="{F003AEDD-4648-42C5-919D-49519D5DC0F4}">
      <dgm:prSet/>
      <dgm:spPr/>
      <dgm:t>
        <a:bodyPr/>
        <a:lstStyle/>
        <a:p>
          <a:endParaRPr lang="en-US"/>
        </a:p>
      </dgm:t>
    </dgm:pt>
    <dgm:pt modelId="{532C121A-49E3-4253-A680-EB38C37F95AD}" type="sibTrans" cxnId="{F003AEDD-4648-42C5-919D-49519D5DC0F4}">
      <dgm:prSet/>
      <dgm:spPr/>
      <dgm:t>
        <a:bodyPr/>
        <a:lstStyle/>
        <a:p>
          <a:endParaRPr lang="en-US"/>
        </a:p>
      </dgm:t>
    </dgm:pt>
    <dgm:pt modelId="{A7974478-AA94-4701-BFBC-5775937412CB}">
      <dgm:prSet phldrT="[Text]" phldr="0" custT="1"/>
      <dgm:spPr/>
      <dgm:t>
        <a:bodyPr/>
        <a:lstStyle/>
        <a:p>
          <a:pPr rtl="0"/>
          <a:r>
            <a:rPr lang="en-US" sz="2000" dirty="0">
              <a:latin typeface="Aptos Display" panose="020F0302020204030204"/>
            </a:rPr>
            <a:t>Quantitative (Numeric)</a:t>
          </a:r>
          <a:endParaRPr lang="en-US" sz="2000" dirty="0"/>
        </a:p>
      </dgm:t>
    </dgm:pt>
    <dgm:pt modelId="{5A320916-CA1D-4AE7-81D0-58F2FCF53378}" type="parTrans" cxnId="{1F102F6A-1099-4628-98F9-BAB2B2BF7015}">
      <dgm:prSet/>
      <dgm:spPr/>
      <dgm:t>
        <a:bodyPr/>
        <a:lstStyle/>
        <a:p>
          <a:endParaRPr lang="en-US"/>
        </a:p>
      </dgm:t>
    </dgm:pt>
    <dgm:pt modelId="{B22853B6-93B2-48BC-8005-55989E874375}" type="sibTrans" cxnId="{1F102F6A-1099-4628-98F9-BAB2B2BF7015}">
      <dgm:prSet/>
      <dgm:spPr/>
      <dgm:t>
        <a:bodyPr/>
        <a:lstStyle/>
        <a:p>
          <a:endParaRPr lang="en-US"/>
        </a:p>
      </dgm:t>
    </dgm:pt>
    <dgm:pt modelId="{CF2FF9DC-13AC-4B60-A010-D4C8EF9E1592}">
      <dgm:prSet phldr="0" custT="1"/>
      <dgm:spPr/>
      <dgm:t>
        <a:bodyPr/>
        <a:lstStyle/>
        <a:p>
          <a:r>
            <a:rPr lang="en-US" sz="1800" dirty="0">
              <a:latin typeface="Aptos Display" panose="020F0302020204030204"/>
            </a:rPr>
            <a:t>Nominal</a:t>
          </a:r>
        </a:p>
      </dgm:t>
    </dgm:pt>
    <dgm:pt modelId="{A954DC0C-9BCC-4ADE-953A-388D4A2A37E7}" type="parTrans" cxnId="{A05E1618-2468-42E7-8EBE-AEDFA628A8CC}">
      <dgm:prSet/>
      <dgm:spPr/>
      <dgm:t>
        <a:bodyPr/>
        <a:lstStyle/>
        <a:p>
          <a:endParaRPr lang="en-AU"/>
        </a:p>
      </dgm:t>
    </dgm:pt>
    <dgm:pt modelId="{9F1CA367-7C79-4242-93FE-84205F5256AE}" type="sibTrans" cxnId="{A05E1618-2468-42E7-8EBE-AEDFA628A8CC}">
      <dgm:prSet/>
      <dgm:spPr/>
      <dgm:t>
        <a:bodyPr/>
        <a:lstStyle/>
        <a:p>
          <a:endParaRPr lang="en-AU"/>
        </a:p>
      </dgm:t>
    </dgm:pt>
    <dgm:pt modelId="{2CF6D56E-E665-4838-B3B7-999614F8FE09}">
      <dgm:prSet phldr="0" custT="1"/>
      <dgm:spPr/>
      <dgm:t>
        <a:bodyPr/>
        <a:lstStyle/>
        <a:p>
          <a:pPr rtl="0"/>
          <a:r>
            <a:rPr lang="en-US" sz="1800" dirty="0">
              <a:latin typeface="Aptos Display" panose="020F0302020204030204"/>
            </a:rPr>
            <a:t>Ordinal </a:t>
          </a:r>
        </a:p>
      </dgm:t>
    </dgm:pt>
    <dgm:pt modelId="{C4C17B08-52F8-40F9-9245-3FBFBD8BDB75}" type="parTrans" cxnId="{54E1BF71-ACBE-4099-BAE4-8E5980223057}">
      <dgm:prSet/>
      <dgm:spPr/>
      <dgm:t>
        <a:bodyPr/>
        <a:lstStyle/>
        <a:p>
          <a:endParaRPr lang="en-AU"/>
        </a:p>
      </dgm:t>
    </dgm:pt>
    <dgm:pt modelId="{6B3B4F1F-1719-42FD-A81C-CB73B203F6E2}" type="sibTrans" cxnId="{54E1BF71-ACBE-4099-BAE4-8E5980223057}">
      <dgm:prSet/>
      <dgm:spPr/>
      <dgm:t>
        <a:bodyPr/>
        <a:lstStyle/>
        <a:p>
          <a:endParaRPr lang="en-AU"/>
        </a:p>
      </dgm:t>
    </dgm:pt>
    <dgm:pt modelId="{E4F3C607-2101-48B6-A507-17AA421B903D}">
      <dgm:prSet phldr="0"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There is an implied order e.g. low, medium, high</a:t>
          </a:r>
          <a:endParaRPr lang="en-US" sz="1200" dirty="0">
            <a:latin typeface="Aptos Display" panose="020F0302020204030204"/>
          </a:endParaRPr>
        </a:p>
      </dgm:t>
    </dgm:pt>
    <dgm:pt modelId="{E6FA88AE-3D4D-49D0-9FAD-6D36C16C513E}" type="parTrans" cxnId="{88FC7BEB-B00D-40A6-BEE6-5BFA5F094EBA}">
      <dgm:prSet/>
      <dgm:spPr/>
      <dgm:t>
        <a:bodyPr/>
        <a:lstStyle/>
        <a:p>
          <a:endParaRPr lang="en-AU"/>
        </a:p>
      </dgm:t>
    </dgm:pt>
    <dgm:pt modelId="{43733245-7D56-4F28-8102-64109CD39114}" type="sibTrans" cxnId="{88FC7BEB-B00D-40A6-BEE6-5BFA5F094EBA}">
      <dgm:prSet/>
      <dgm:spPr/>
      <dgm:t>
        <a:bodyPr/>
        <a:lstStyle/>
        <a:p>
          <a:endParaRPr lang="en-AU"/>
        </a:p>
      </dgm:t>
    </dgm:pt>
    <dgm:pt modelId="{C4E98725-272D-4805-93C2-4F413BF60C0F}">
      <dgm:prSet phldr="0"/>
      <dgm:spPr/>
      <dgm:t>
        <a:bodyPr/>
        <a:lstStyle/>
        <a:p>
          <a:pPr rtl="0"/>
          <a:r>
            <a:rPr lang="en-US" sz="1200" dirty="0">
              <a:latin typeface="Aptos Display" panose="020F0302020204030204"/>
            </a:rPr>
            <a:t>No implied order e.g. colours</a:t>
          </a:r>
        </a:p>
      </dgm:t>
    </dgm:pt>
    <dgm:pt modelId="{F5072586-0C3F-4994-A9AD-1EF23845C47B}" type="parTrans" cxnId="{C0B1C61D-C7D7-4E1D-B22F-488C9F1D6EAF}">
      <dgm:prSet/>
      <dgm:spPr/>
      <dgm:t>
        <a:bodyPr/>
        <a:lstStyle/>
        <a:p>
          <a:endParaRPr lang="en-AU"/>
        </a:p>
      </dgm:t>
    </dgm:pt>
    <dgm:pt modelId="{E7A4F87B-2854-4B6F-92D3-277A8E10EA64}" type="sibTrans" cxnId="{C0B1C61D-C7D7-4E1D-B22F-488C9F1D6EAF}">
      <dgm:prSet/>
      <dgm:spPr/>
      <dgm:t>
        <a:bodyPr/>
        <a:lstStyle/>
        <a:p>
          <a:endParaRPr lang="en-AU"/>
        </a:p>
      </dgm:t>
    </dgm:pt>
    <dgm:pt modelId="{6127668F-FC08-4559-A65B-E17AE47A5563}">
      <dgm:prSet phldr="0" custT="1"/>
      <dgm:spPr/>
      <dgm:t>
        <a:bodyPr/>
        <a:lstStyle/>
        <a:p>
          <a:r>
            <a:rPr lang="en-US" sz="1800" dirty="0">
              <a:latin typeface="Aptos Display" panose="020F0302020204030204"/>
            </a:rPr>
            <a:t>Discrete</a:t>
          </a:r>
        </a:p>
      </dgm:t>
    </dgm:pt>
    <dgm:pt modelId="{52D1FBB0-D711-4BBE-8F8A-60507295ED6E}" type="parTrans" cxnId="{566BA36D-8477-4819-855E-E6054443669A}">
      <dgm:prSet/>
      <dgm:spPr/>
      <dgm:t>
        <a:bodyPr/>
        <a:lstStyle/>
        <a:p>
          <a:endParaRPr lang="en-AU"/>
        </a:p>
      </dgm:t>
    </dgm:pt>
    <dgm:pt modelId="{85B56538-8B3B-47C0-AD20-9D513C7CFC46}" type="sibTrans" cxnId="{566BA36D-8477-4819-855E-E6054443669A}">
      <dgm:prSet/>
      <dgm:spPr/>
      <dgm:t>
        <a:bodyPr/>
        <a:lstStyle/>
        <a:p>
          <a:endParaRPr lang="en-AU"/>
        </a:p>
      </dgm:t>
    </dgm:pt>
    <dgm:pt modelId="{0A0C8E50-8D30-4D25-92D9-5CC37AC5ED86}">
      <dgm:prSet phldr="0"/>
      <dgm:spPr/>
      <dgm:t>
        <a:bodyPr/>
        <a:lstStyle/>
        <a:p>
          <a:pPr rtl="0"/>
          <a:r>
            <a:rPr lang="en-US" sz="1200" dirty="0">
              <a:latin typeface="Aptos Display" panose="020F0302020204030204"/>
            </a:rPr>
            <a:t>Fixed width gaps between possible scores e.g. age in years</a:t>
          </a:r>
        </a:p>
      </dgm:t>
    </dgm:pt>
    <dgm:pt modelId="{9EC5FFD8-4AC2-4EB8-B705-E46511EE5D8D}" type="parTrans" cxnId="{C3B64D48-24BC-4472-8153-716CCF12F6CB}">
      <dgm:prSet/>
      <dgm:spPr/>
      <dgm:t>
        <a:bodyPr/>
        <a:lstStyle/>
        <a:p>
          <a:endParaRPr lang="en-AU"/>
        </a:p>
      </dgm:t>
    </dgm:pt>
    <dgm:pt modelId="{4D6C99FF-4E72-4645-B75A-71967FEBB235}" type="sibTrans" cxnId="{C3B64D48-24BC-4472-8153-716CCF12F6CB}">
      <dgm:prSet/>
      <dgm:spPr/>
      <dgm:t>
        <a:bodyPr/>
        <a:lstStyle/>
        <a:p>
          <a:endParaRPr lang="en-AU"/>
        </a:p>
      </dgm:t>
    </dgm:pt>
    <dgm:pt modelId="{356313DE-C638-4D59-BEB0-A9A886C5A3E4}">
      <dgm:prSet phldr="0" custT="1"/>
      <dgm:spPr/>
      <dgm:t>
        <a:bodyPr/>
        <a:lstStyle/>
        <a:p>
          <a:r>
            <a:rPr lang="en-US" sz="1800" dirty="0">
              <a:latin typeface="Aptos Display" panose="020F0302020204030204"/>
            </a:rPr>
            <a:t>Continuous</a:t>
          </a:r>
          <a:endParaRPr lang="en-US" sz="1800" dirty="0"/>
        </a:p>
      </dgm:t>
    </dgm:pt>
    <dgm:pt modelId="{285ADE0D-852B-47B3-AC70-E287812292C7}" type="parTrans" cxnId="{E30CD6C2-4A34-4ECB-AE0E-D56DF5B6E266}">
      <dgm:prSet/>
      <dgm:spPr/>
      <dgm:t>
        <a:bodyPr/>
        <a:lstStyle/>
        <a:p>
          <a:endParaRPr lang="en-AU"/>
        </a:p>
      </dgm:t>
    </dgm:pt>
    <dgm:pt modelId="{4507E2DB-C76E-4FE3-BF16-36863528252E}" type="sibTrans" cxnId="{E30CD6C2-4A34-4ECB-AE0E-D56DF5B6E266}">
      <dgm:prSet/>
      <dgm:spPr/>
      <dgm:t>
        <a:bodyPr/>
        <a:lstStyle/>
        <a:p>
          <a:endParaRPr lang="en-AU"/>
        </a:p>
      </dgm:t>
    </dgm:pt>
    <dgm:pt modelId="{EFA778DC-2BE8-4193-8592-8D04D164E010}">
      <dgm:prSet phldr="0"/>
      <dgm:spPr/>
      <dgm:t>
        <a:bodyPr/>
        <a:lstStyle/>
        <a:p>
          <a:pPr rtl="0"/>
          <a:r>
            <a:rPr lang="en-US" sz="1200" dirty="0">
              <a:latin typeface="Aptos Display" panose="020F0302020204030204"/>
            </a:rPr>
            <a:t>No gaps between possible scores e.g. height</a:t>
          </a:r>
        </a:p>
      </dgm:t>
    </dgm:pt>
    <dgm:pt modelId="{4601CCDD-4D7F-425F-BE5C-F563DAD0FD8A}" type="parTrans" cxnId="{05A3CF0A-E39A-40B0-9F28-587D09811C34}">
      <dgm:prSet/>
      <dgm:spPr/>
      <dgm:t>
        <a:bodyPr/>
        <a:lstStyle/>
        <a:p>
          <a:endParaRPr lang="en-AU"/>
        </a:p>
      </dgm:t>
    </dgm:pt>
    <dgm:pt modelId="{B12FE4F0-238B-4B12-9B91-61DFC88E3572}" type="sibTrans" cxnId="{05A3CF0A-E39A-40B0-9F28-587D09811C34}">
      <dgm:prSet/>
      <dgm:spPr/>
      <dgm:t>
        <a:bodyPr/>
        <a:lstStyle/>
        <a:p>
          <a:endParaRPr lang="en-AU"/>
        </a:p>
      </dgm:t>
    </dgm:pt>
    <dgm:pt modelId="{D180D7F9-82F5-4E78-8A28-EC63F86A7EF3}" type="pres">
      <dgm:prSet presAssocID="{7ED0AC3A-7A03-4322-BEFF-5EA53E2A9B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689137C-5AAB-4463-BEAB-434D74FE6386}" type="pres">
      <dgm:prSet presAssocID="{80F9826B-F3BC-406E-BD51-3F7824C4238C}" presName="hierRoot1" presStyleCnt="0">
        <dgm:presLayoutVars>
          <dgm:hierBranch val="init"/>
        </dgm:presLayoutVars>
      </dgm:prSet>
      <dgm:spPr/>
    </dgm:pt>
    <dgm:pt modelId="{726CD4A5-4EE0-4C8F-83D7-6E101F6BAF32}" type="pres">
      <dgm:prSet presAssocID="{80F9826B-F3BC-406E-BD51-3F7824C4238C}" presName="rootComposite1" presStyleCnt="0"/>
      <dgm:spPr/>
    </dgm:pt>
    <dgm:pt modelId="{363E164F-4554-4265-9227-EBE25F6A4240}" type="pres">
      <dgm:prSet presAssocID="{80F9826B-F3BC-406E-BD51-3F7824C4238C}" presName="rootText1" presStyleLbl="node0" presStyleIdx="0" presStyleCnt="1">
        <dgm:presLayoutVars>
          <dgm:chPref val="3"/>
        </dgm:presLayoutVars>
      </dgm:prSet>
      <dgm:spPr/>
    </dgm:pt>
    <dgm:pt modelId="{6748629A-E8B4-4CFC-A260-59196EC08061}" type="pres">
      <dgm:prSet presAssocID="{80F9826B-F3BC-406E-BD51-3F7824C4238C}" presName="rootConnector1" presStyleLbl="node1" presStyleIdx="0" presStyleCnt="0"/>
      <dgm:spPr/>
    </dgm:pt>
    <dgm:pt modelId="{B99ADDCE-17BE-4A65-9B5C-1C57C6250C09}" type="pres">
      <dgm:prSet presAssocID="{80F9826B-F3BC-406E-BD51-3F7824C4238C}" presName="hierChild2" presStyleCnt="0"/>
      <dgm:spPr/>
    </dgm:pt>
    <dgm:pt modelId="{4D7166C1-95B2-4BFE-AC2F-952B8AAE28C8}" type="pres">
      <dgm:prSet presAssocID="{5890EC6B-CFEF-432E-81B5-421A8BC1C154}" presName="Name37" presStyleLbl="parChTrans1D2" presStyleIdx="0" presStyleCnt="2"/>
      <dgm:spPr/>
    </dgm:pt>
    <dgm:pt modelId="{18567283-7C9D-4D98-98E4-C0BAED1766F9}" type="pres">
      <dgm:prSet presAssocID="{E75A42A3-3B0E-4FE7-B5B6-B5B470989055}" presName="hierRoot2" presStyleCnt="0">
        <dgm:presLayoutVars>
          <dgm:hierBranch val="init"/>
        </dgm:presLayoutVars>
      </dgm:prSet>
      <dgm:spPr/>
    </dgm:pt>
    <dgm:pt modelId="{85A7454D-8177-4259-B47D-62DC85FE0FB9}" type="pres">
      <dgm:prSet presAssocID="{E75A42A3-3B0E-4FE7-B5B6-B5B470989055}" presName="rootComposite" presStyleCnt="0"/>
      <dgm:spPr/>
    </dgm:pt>
    <dgm:pt modelId="{BA30C390-225B-4658-8812-30682021F038}" type="pres">
      <dgm:prSet presAssocID="{E75A42A3-3B0E-4FE7-B5B6-B5B470989055}" presName="rootText" presStyleLbl="node2" presStyleIdx="0" presStyleCnt="2">
        <dgm:presLayoutVars>
          <dgm:chPref val="3"/>
        </dgm:presLayoutVars>
      </dgm:prSet>
      <dgm:spPr/>
    </dgm:pt>
    <dgm:pt modelId="{DD1ED1CE-ED82-43A0-8781-967A0BCEF1AD}" type="pres">
      <dgm:prSet presAssocID="{E75A42A3-3B0E-4FE7-B5B6-B5B470989055}" presName="rootConnector" presStyleLbl="node2" presStyleIdx="0" presStyleCnt="2"/>
      <dgm:spPr/>
    </dgm:pt>
    <dgm:pt modelId="{5B963418-1C6E-435E-8B15-2D992667A104}" type="pres">
      <dgm:prSet presAssocID="{E75A42A3-3B0E-4FE7-B5B6-B5B470989055}" presName="hierChild4" presStyleCnt="0"/>
      <dgm:spPr/>
    </dgm:pt>
    <dgm:pt modelId="{8014630D-8258-4CC2-A580-8234A0BADFA5}" type="pres">
      <dgm:prSet presAssocID="{A954DC0C-9BCC-4ADE-953A-388D4A2A37E7}" presName="Name37" presStyleLbl="parChTrans1D3" presStyleIdx="0" presStyleCnt="4"/>
      <dgm:spPr/>
    </dgm:pt>
    <dgm:pt modelId="{20FBA1B4-2927-46CC-8CE5-B3F7EB0BB388}" type="pres">
      <dgm:prSet presAssocID="{CF2FF9DC-13AC-4B60-A010-D4C8EF9E1592}" presName="hierRoot2" presStyleCnt="0">
        <dgm:presLayoutVars>
          <dgm:hierBranch val="init"/>
        </dgm:presLayoutVars>
      </dgm:prSet>
      <dgm:spPr/>
    </dgm:pt>
    <dgm:pt modelId="{C729F7D5-7A86-4302-98F2-1C40F1F2C7FD}" type="pres">
      <dgm:prSet presAssocID="{CF2FF9DC-13AC-4B60-A010-D4C8EF9E1592}" presName="rootComposite" presStyleCnt="0"/>
      <dgm:spPr/>
    </dgm:pt>
    <dgm:pt modelId="{B015E2EF-D773-4946-8329-3E0B22D54CB8}" type="pres">
      <dgm:prSet presAssocID="{CF2FF9DC-13AC-4B60-A010-D4C8EF9E1592}" presName="rootText" presStyleLbl="node3" presStyleIdx="0" presStyleCnt="4">
        <dgm:presLayoutVars>
          <dgm:chPref val="3"/>
        </dgm:presLayoutVars>
      </dgm:prSet>
      <dgm:spPr/>
    </dgm:pt>
    <dgm:pt modelId="{D82E1F3D-FB84-4FA5-BD91-9A52A2E3D7A4}" type="pres">
      <dgm:prSet presAssocID="{CF2FF9DC-13AC-4B60-A010-D4C8EF9E1592}" presName="rootConnector" presStyleLbl="node3" presStyleIdx="0" presStyleCnt="4"/>
      <dgm:spPr/>
    </dgm:pt>
    <dgm:pt modelId="{050009E1-5A12-4DF2-8163-7EABCDE0022F}" type="pres">
      <dgm:prSet presAssocID="{CF2FF9DC-13AC-4B60-A010-D4C8EF9E1592}" presName="hierChild4" presStyleCnt="0"/>
      <dgm:spPr/>
    </dgm:pt>
    <dgm:pt modelId="{20B7F631-BA29-4EA2-8093-36D2E10D2D14}" type="pres">
      <dgm:prSet presAssocID="{F5072586-0C3F-4994-A9AD-1EF23845C47B}" presName="Name37" presStyleLbl="parChTrans1D4" presStyleIdx="0" presStyleCnt="4"/>
      <dgm:spPr/>
    </dgm:pt>
    <dgm:pt modelId="{EB8AEC62-A95F-4FBB-8D9E-2C73FDCC7DFE}" type="pres">
      <dgm:prSet presAssocID="{C4E98725-272D-4805-93C2-4F413BF60C0F}" presName="hierRoot2" presStyleCnt="0">
        <dgm:presLayoutVars>
          <dgm:hierBranch/>
        </dgm:presLayoutVars>
      </dgm:prSet>
      <dgm:spPr/>
    </dgm:pt>
    <dgm:pt modelId="{8D408DEC-DFF3-4D2F-863A-F307EA30E392}" type="pres">
      <dgm:prSet presAssocID="{C4E98725-272D-4805-93C2-4F413BF60C0F}" presName="rootComposite" presStyleCnt="0"/>
      <dgm:spPr/>
    </dgm:pt>
    <dgm:pt modelId="{282AC3D5-9A3F-4EF7-A261-CA5BA522D317}" type="pres">
      <dgm:prSet presAssocID="{C4E98725-272D-4805-93C2-4F413BF60C0F}" presName="rootText" presStyleLbl="node4" presStyleIdx="0" presStyleCnt="4">
        <dgm:presLayoutVars>
          <dgm:chPref val="3"/>
        </dgm:presLayoutVars>
      </dgm:prSet>
      <dgm:spPr/>
    </dgm:pt>
    <dgm:pt modelId="{D51CC5A9-C5F0-4CC8-873E-B58EB572DE73}" type="pres">
      <dgm:prSet presAssocID="{C4E98725-272D-4805-93C2-4F413BF60C0F}" presName="rootConnector" presStyleLbl="node4" presStyleIdx="0" presStyleCnt="4"/>
      <dgm:spPr/>
    </dgm:pt>
    <dgm:pt modelId="{66712951-0B7B-492F-AC31-B093B13060D2}" type="pres">
      <dgm:prSet presAssocID="{C4E98725-272D-4805-93C2-4F413BF60C0F}" presName="hierChild4" presStyleCnt="0"/>
      <dgm:spPr/>
    </dgm:pt>
    <dgm:pt modelId="{99297678-D689-4317-8448-4516C7746807}" type="pres">
      <dgm:prSet presAssocID="{C4E98725-272D-4805-93C2-4F413BF60C0F}" presName="hierChild5" presStyleCnt="0"/>
      <dgm:spPr/>
    </dgm:pt>
    <dgm:pt modelId="{C848B123-1520-4859-92A7-483A8A103813}" type="pres">
      <dgm:prSet presAssocID="{CF2FF9DC-13AC-4B60-A010-D4C8EF9E1592}" presName="hierChild5" presStyleCnt="0"/>
      <dgm:spPr/>
    </dgm:pt>
    <dgm:pt modelId="{D5E5190B-A4B3-4B26-895E-C4D764D9C986}" type="pres">
      <dgm:prSet presAssocID="{C4C17B08-52F8-40F9-9245-3FBFBD8BDB75}" presName="Name37" presStyleLbl="parChTrans1D3" presStyleIdx="1" presStyleCnt="4"/>
      <dgm:spPr/>
    </dgm:pt>
    <dgm:pt modelId="{1EA0D4C4-EC6E-48C3-A494-F8F6BE25C0D9}" type="pres">
      <dgm:prSet presAssocID="{2CF6D56E-E665-4838-B3B7-999614F8FE09}" presName="hierRoot2" presStyleCnt="0">
        <dgm:presLayoutVars>
          <dgm:hierBranch val="init"/>
        </dgm:presLayoutVars>
      </dgm:prSet>
      <dgm:spPr/>
    </dgm:pt>
    <dgm:pt modelId="{B79E2669-DC4F-401C-ACD2-6A23E5053623}" type="pres">
      <dgm:prSet presAssocID="{2CF6D56E-E665-4838-B3B7-999614F8FE09}" presName="rootComposite" presStyleCnt="0"/>
      <dgm:spPr/>
    </dgm:pt>
    <dgm:pt modelId="{954C9259-8BE4-4A21-A779-6A520E669586}" type="pres">
      <dgm:prSet presAssocID="{2CF6D56E-E665-4838-B3B7-999614F8FE09}" presName="rootText" presStyleLbl="node3" presStyleIdx="1" presStyleCnt="4">
        <dgm:presLayoutVars>
          <dgm:chPref val="3"/>
        </dgm:presLayoutVars>
      </dgm:prSet>
      <dgm:spPr/>
    </dgm:pt>
    <dgm:pt modelId="{0D61D73C-FC84-497F-96C5-A06E66AAEFAC}" type="pres">
      <dgm:prSet presAssocID="{2CF6D56E-E665-4838-B3B7-999614F8FE09}" presName="rootConnector" presStyleLbl="node3" presStyleIdx="1" presStyleCnt="4"/>
      <dgm:spPr/>
    </dgm:pt>
    <dgm:pt modelId="{2DBBF046-B784-4257-B718-4C066649129D}" type="pres">
      <dgm:prSet presAssocID="{2CF6D56E-E665-4838-B3B7-999614F8FE09}" presName="hierChild4" presStyleCnt="0"/>
      <dgm:spPr/>
    </dgm:pt>
    <dgm:pt modelId="{72678BE3-B001-4161-8185-6C76C8F5875B}" type="pres">
      <dgm:prSet presAssocID="{E6FA88AE-3D4D-49D0-9FAD-6D36C16C513E}" presName="Name37" presStyleLbl="parChTrans1D4" presStyleIdx="1" presStyleCnt="4"/>
      <dgm:spPr/>
    </dgm:pt>
    <dgm:pt modelId="{E8C894F1-EFD6-4ED2-9869-8DFEF596E64A}" type="pres">
      <dgm:prSet presAssocID="{E4F3C607-2101-48B6-A507-17AA421B903D}" presName="hierRoot2" presStyleCnt="0">
        <dgm:presLayoutVars>
          <dgm:hierBranch val="init"/>
        </dgm:presLayoutVars>
      </dgm:prSet>
      <dgm:spPr/>
    </dgm:pt>
    <dgm:pt modelId="{73C9718C-DC8E-4287-8F15-ED113BCC7873}" type="pres">
      <dgm:prSet presAssocID="{E4F3C607-2101-48B6-A507-17AA421B903D}" presName="rootComposite" presStyleCnt="0"/>
      <dgm:spPr/>
    </dgm:pt>
    <dgm:pt modelId="{5F38459A-764A-42A1-8DD6-4BD579D4C01F}" type="pres">
      <dgm:prSet presAssocID="{E4F3C607-2101-48B6-A507-17AA421B903D}" presName="rootText" presStyleLbl="node4" presStyleIdx="1" presStyleCnt="4">
        <dgm:presLayoutVars>
          <dgm:chPref val="3"/>
        </dgm:presLayoutVars>
      </dgm:prSet>
      <dgm:spPr/>
    </dgm:pt>
    <dgm:pt modelId="{C39148DC-3C54-47A5-888A-ADDEE67AF9E6}" type="pres">
      <dgm:prSet presAssocID="{E4F3C607-2101-48B6-A507-17AA421B903D}" presName="rootConnector" presStyleLbl="node4" presStyleIdx="1" presStyleCnt="4"/>
      <dgm:spPr/>
    </dgm:pt>
    <dgm:pt modelId="{BE8E193F-EC47-46A9-8EB8-218CF1B015AA}" type="pres">
      <dgm:prSet presAssocID="{E4F3C607-2101-48B6-A507-17AA421B903D}" presName="hierChild4" presStyleCnt="0"/>
      <dgm:spPr/>
    </dgm:pt>
    <dgm:pt modelId="{38416C94-9397-41EF-BF07-D1E76F553B5A}" type="pres">
      <dgm:prSet presAssocID="{E4F3C607-2101-48B6-A507-17AA421B903D}" presName="hierChild5" presStyleCnt="0"/>
      <dgm:spPr/>
    </dgm:pt>
    <dgm:pt modelId="{5228F48E-55C2-4CE9-86E6-31CDD3C32DC0}" type="pres">
      <dgm:prSet presAssocID="{2CF6D56E-E665-4838-B3B7-999614F8FE09}" presName="hierChild5" presStyleCnt="0"/>
      <dgm:spPr/>
    </dgm:pt>
    <dgm:pt modelId="{0B6F3C84-93C1-48A5-BCC9-86B944665226}" type="pres">
      <dgm:prSet presAssocID="{E75A42A3-3B0E-4FE7-B5B6-B5B470989055}" presName="hierChild5" presStyleCnt="0"/>
      <dgm:spPr/>
    </dgm:pt>
    <dgm:pt modelId="{2BC5405F-94C1-4647-A596-13EC2D72EEE0}" type="pres">
      <dgm:prSet presAssocID="{5A320916-CA1D-4AE7-81D0-58F2FCF53378}" presName="Name37" presStyleLbl="parChTrans1D2" presStyleIdx="1" presStyleCnt="2"/>
      <dgm:spPr/>
    </dgm:pt>
    <dgm:pt modelId="{63497BFC-583C-4F42-A566-A22B94893257}" type="pres">
      <dgm:prSet presAssocID="{A7974478-AA94-4701-BFBC-5775937412CB}" presName="hierRoot2" presStyleCnt="0">
        <dgm:presLayoutVars>
          <dgm:hierBranch val="init"/>
        </dgm:presLayoutVars>
      </dgm:prSet>
      <dgm:spPr/>
    </dgm:pt>
    <dgm:pt modelId="{6B7EDA46-F7FD-42E0-96CB-D389CA2D7361}" type="pres">
      <dgm:prSet presAssocID="{A7974478-AA94-4701-BFBC-5775937412CB}" presName="rootComposite" presStyleCnt="0"/>
      <dgm:spPr/>
    </dgm:pt>
    <dgm:pt modelId="{BE2955F7-4412-4408-8C76-B2A9AC56C5AF}" type="pres">
      <dgm:prSet presAssocID="{A7974478-AA94-4701-BFBC-5775937412CB}" presName="rootText" presStyleLbl="node2" presStyleIdx="1" presStyleCnt="2">
        <dgm:presLayoutVars>
          <dgm:chPref val="3"/>
        </dgm:presLayoutVars>
      </dgm:prSet>
      <dgm:spPr/>
    </dgm:pt>
    <dgm:pt modelId="{0808DA96-A669-487F-ABA6-752AC9E97E36}" type="pres">
      <dgm:prSet presAssocID="{A7974478-AA94-4701-BFBC-5775937412CB}" presName="rootConnector" presStyleLbl="node2" presStyleIdx="1" presStyleCnt="2"/>
      <dgm:spPr/>
    </dgm:pt>
    <dgm:pt modelId="{8C071B23-7447-4C09-BE1E-A249426EAC67}" type="pres">
      <dgm:prSet presAssocID="{A7974478-AA94-4701-BFBC-5775937412CB}" presName="hierChild4" presStyleCnt="0"/>
      <dgm:spPr/>
    </dgm:pt>
    <dgm:pt modelId="{C8D0C971-DA06-43D6-A44D-EAB1CEFADBE2}" type="pres">
      <dgm:prSet presAssocID="{52D1FBB0-D711-4BBE-8F8A-60507295ED6E}" presName="Name37" presStyleLbl="parChTrans1D3" presStyleIdx="2" presStyleCnt="4"/>
      <dgm:spPr/>
    </dgm:pt>
    <dgm:pt modelId="{7268A654-0A5A-42B3-AC74-DD0A52F536CF}" type="pres">
      <dgm:prSet presAssocID="{6127668F-FC08-4559-A65B-E17AE47A5563}" presName="hierRoot2" presStyleCnt="0">
        <dgm:presLayoutVars>
          <dgm:hierBranch val="init"/>
        </dgm:presLayoutVars>
      </dgm:prSet>
      <dgm:spPr/>
    </dgm:pt>
    <dgm:pt modelId="{792AE39C-6BF0-4EA3-AE81-30A832B0ACAC}" type="pres">
      <dgm:prSet presAssocID="{6127668F-FC08-4559-A65B-E17AE47A5563}" presName="rootComposite" presStyleCnt="0"/>
      <dgm:spPr/>
    </dgm:pt>
    <dgm:pt modelId="{5AF84C10-A5A2-406A-8F41-04A5DDDBEB42}" type="pres">
      <dgm:prSet presAssocID="{6127668F-FC08-4559-A65B-E17AE47A5563}" presName="rootText" presStyleLbl="node3" presStyleIdx="2" presStyleCnt="4">
        <dgm:presLayoutVars>
          <dgm:chPref val="3"/>
        </dgm:presLayoutVars>
      </dgm:prSet>
      <dgm:spPr/>
    </dgm:pt>
    <dgm:pt modelId="{6C158579-B330-48E3-B1F6-2094CBCA8698}" type="pres">
      <dgm:prSet presAssocID="{6127668F-FC08-4559-A65B-E17AE47A5563}" presName="rootConnector" presStyleLbl="node3" presStyleIdx="2" presStyleCnt="4"/>
      <dgm:spPr/>
    </dgm:pt>
    <dgm:pt modelId="{E89C7A53-A8F7-4F54-B688-04137FFFA4A9}" type="pres">
      <dgm:prSet presAssocID="{6127668F-FC08-4559-A65B-E17AE47A5563}" presName="hierChild4" presStyleCnt="0"/>
      <dgm:spPr/>
    </dgm:pt>
    <dgm:pt modelId="{F3B480D0-2064-469E-B82D-77F76DFF62B5}" type="pres">
      <dgm:prSet presAssocID="{9EC5FFD8-4AC2-4EB8-B705-E46511EE5D8D}" presName="Name37" presStyleLbl="parChTrans1D4" presStyleIdx="2" presStyleCnt="4"/>
      <dgm:spPr/>
    </dgm:pt>
    <dgm:pt modelId="{42DB555A-9CDF-43F4-8C26-E82BDC984FF8}" type="pres">
      <dgm:prSet presAssocID="{0A0C8E50-8D30-4D25-92D9-5CC37AC5ED86}" presName="hierRoot2" presStyleCnt="0">
        <dgm:presLayoutVars>
          <dgm:hierBranch val="init"/>
        </dgm:presLayoutVars>
      </dgm:prSet>
      <dgm:spPr/>
    </dgm:pt>
    <dgm:pt modelId="{AD580F53-A3AE-4D1A-8E42-7420DB90E129}" type="pres">
      <dgm:prSet presAssocID="{0A0C8E50-8D30-4D25-92D9-5CC37AC5ED86}" presName="rootComposite" presStyleCnt="0"/>
      <dgm:spPr/>
    </dgm:pt>
    <dgm:pt modelId="{25564DDF-F8C6-487F-AA67-E07055B97643}" type="pres">
      <dgm:prSet presAssocID="{0A0C8E50-8D30-4D25-92D9-5CC37AC5ED86}" presName="rootText" presStyleLbl="node4" presStyleIdx="2" presStyleCnt="4">
        <dgm:presLayoutVars>
          <dgm:chPref val="3"/>
        </dgm:presLayoutVars>
      </dgm:prSet>
      <dgm:spPr/>
    </dgm:pt>
    <dgm:pt modelId="{96EBFA06-C4B5-4ACC-BBAA-0FD4902D93B1}" type="pres">
      <dgm:prSet presAssocID="{0A0C8E50-8D30-4D25-92D9-5CC37AC5ED86}" presName="rootConnector" presStyleLbl="node4" presStyleIdx="2" presStyleCnt="4"/>
      <dgm:spPr/>
    </dgm:pt>
    <dgm:pt modelId="{C31A608C-36E5-4908-886B-8540112FAD78}" type="pres">
      <dgm:prSet presAssocID="{0A0C8E50-8D30-4D25-92D9-5CC37AC5ED86}" presName="hierChild4" presStyleCnt="0"/>
      <dgm:spPr/>
    </dgm:pt>
    <dgm:pt modelId="{2EAC7376-135A-4ECD-9CF1-DBE3A309957C}" type="pres">
      <dgm:prSet presAssocID="{0A0C8E50-8D30-4D25-92D9-5CC37AC5ED86}" presName="hierChild5" presStyleCnt="0"/>
      <dgm:spPr/>
    </dgm:pt>
    <dgm:pt modelId="{0FAD9B66-A8C3-4D5A-8B4F-1BE6C47EC845}" type="pres">
      <dgm:prSet presAssocID="{6127668F-FC08-4559-A65B-E17AE47A5563}" presName="hierChild5" presStyleCnt="0"/>
      <dgm:spPr/>
    </dgm:pt>
    <dgm:pt modelId="{EDBFE78B-FDD9-4368-8B6A-7A916FC12A3B}" type="pres">
      <dgm:prSet presAssocID="{285ADE0D-852B-47B3-AC70-E287812292C7}" presName="Name37" presStyleLbl="parChTrans1D3" presStyleIdx="3" presStyleCnt="4"/>
      <dgm:spPr/>
    </dgm:pt>
    <dgm:pt modelId="{E40457D7-BB24-40E4-9D5D-4BEA70382B7F}" type="pres">
      <dgm:prSet presAssocID="{356313DE-C638-4D59-BEB0-A9A886C5A3E4}" presName="hierRoot2" presStyleCnt="0">
        <dgm:presLayoutVars>
          <dgm:hierBranch val="init"/>
        </dgm:presLayoutVars>
      </dgm:prSet>
      <dgm:spPr/>
    </dgm:pt>
    <dgm:pt modelId="{032AE311-3F06-468C-A8DA-4BFAFFB33806}" type="pres">
      <dgm:prSet presAssocID="{356313DE-C638-4D59-BEB0-A9A886C5A3E4}" presName="rootComposite" presStyleCnt="0"/>
      <dgm:spPr/>
    </dgm:pt>
    <dgm:pt modelId="{066F6214-F751-459F-A9F9-6FB47DE5E806}" type="pres">
      <dgm:prSet presAssocID="{356313DE-C638-4D59-BEB0-A9A886C5A3E4}" presName="rootText" presStyleLbl="node3" presStyleIdx="3" presStyleCnt="4">
        <dgm:presLayoutVars>
          <dgm:chPref val="3"/>
        </dgm:presLayoutVars>
      </dgm:prSet>
      <dgm:spPr/>
    </dgm:pt>
    <dgm:pt modelId="{99AAAA7A-A625-4941-81FF-2BD99BB29ED0}" type="pres">
      <dgm:prSet presAssocID="{356313DE-C638-4D59-BEB0-A9A886C5A3E4}" presName="rootConnector" presStyleLbl="node3" presStyleIdx="3" presStyleCnt="4"/>
      <dgm:spPr/>
    </dgm:pt>
    <dgm:pt modelId="{060521D1-4ABF-4500-99AE-7843221B9235}" type="pres">
      <dgm:prSet presAssocID="{356313DE-C638-4D59-BEB0-A9A886C5A3E4}" presName="hierChild4" presStyleCnt="0"/>
      <dgm:spPr/>
    </dgm:pt>
    <dgm:pt modelId="{74EAD2B1-BF0F-4278-A0D4-6C67FDA2837E}" type="pres">
      <dgm:prSet presAssocID="{4601CCDD-4D7F-425F-BE5C-F563DAD0FD8A}" presName="Name37" presStyleLbl="parChTrans1D4" presStyleIdx="3" presStyleCnt="4"/>
      <dgm:spPr/>
    </dgm:pt>
    <dgm:pt modelId="{01D15EDE-BBF2-4390-83A9-E88776CC8323}" type="pres">
      <dgm:prSet presAssocID="{EFA778DC-2BE8-4193-8592-8D04D164E010}" presName="hierRoot2" presStyleCnt="0">
        <dgm:presLayoutVars>
          <dgm:hierBranch val="init"/>
        </dgm:presLayoutVars>
      </dgm:prSet>
      <dgm:spPr/>
    </dgm:pt>
    <dgm:pt modelId="{87E4B5BB-14AA-46FD-B311-19024EB95B3B}" type="pres">
      <dgm:prSet presAssocID="{EFA778DC-2BE8-4193-8592-8D04D164E010}" presName="rootComposite" presStyleCnt="0"/>
      <dgm:spPr/>
    </dgm:pt>
    <dgm:pt modelId="{EA770C44-7E19-4D0B-AD51-AAC31634271C}" type="pres">
      <dgm:prSet presAssocID="{EFA778DC-2BE8-4193-8592-8D04D164E010}" presName="rootText" presStyleLbl="node4" presStyleIdx="3" presStyleCnt="4">
        <dgm:presLayoutVars>
          <dgm:chPref val="3"/>
        </dgm:presLayoutVars>
      </dgm:prSet>
      <dgm:spPr/>
    </dgm:pt>
    <dgm:pt modelId="{822E07E0-C065-4402-8F07-DB29544662F4}" type="pres">
      <dgm:prSet presAssocID="{EFA778DC-2BE8-4193-8592-8D04D164E010}" presName="rootConnector" presStyleLbl="node4" presStyleIdx="3" presStyleCnt="4"/>
      <dgm:spPr/>
    </dgm:pt>
    <dgm:pt modelId="{65FB8A4F-2EFC-4034-9EE9-6214BCC53E68}" type="pres">
      <dgm:prSet presAssocID="{EFA778DC-2BE8-4193-8592-8D04D164E010}" presName="hierChild4" presStyleCnt="0"/>
      <dgm:spPr/>
    </dgm:pt>
    <dgm:pt modelId="{2766718D-0C47-4CEB-A132-D2A6E931D4CA}" type="pres">
      <dgm:prSet presAssocID="{EFA778DC-2BE8-4193-8592-8D04D164E010}" presName="hierChild5" presStyleCnt="0"/>
      <dgm:spPr/>
    </dgm:pt>
    <dgm:pt modelId="{CE1CA442-926F-4280-A34E-B0DC9B36463F}" type="pres">
      <dgm:prSet presAssocID="{356313DE-C638-4D59-BEB0-A9A886C5A3E4}" presName="hierChild5" presStyleCnt="0"/>
      <dgm:spPr/>
    </dgm:pt>
    <dgm:pt modelId="{54043594-171B-43A1-ADD7-29297C6D619A}" type="pres">
      <dgm:prSet presAssocID="{A7974478-AA94-4701-BFBC-5775937412CB}" presName="hierChild5" presStyleCnt="0"/>
      <dgm:spPr/>
    </dgm:pt>
    <dgm:pt modelId="{38265162-5C51-4323-90B6-50DB89B8279B}" type="pres">
      <dgm:prSet presAssocID="{80F9826B-F3BC-406E-BD51-3F7824C4238C}" presName="hierChild3" presStyleCnt="0"/>
      <dgm:spPr/>
    </dgm:pt>
  </dgm:ptLst>
  <dgm:cxnLst>
    <dgm:cxn modelId="{4F38A506-3D5F-4F7B-856F-30473702DE65}" type="presOf" srcId="{80F9826B-F3BC-406E-BD51-3F7824C4238C}" destId="{6748629A-E8B4-4CFC-A260-59196EC08061}" srcOrd="1" destOrd="0" presId="urn:microsoft.com/office/officeart/2005/8/layout/orgChart1"/>
    <dgm:cxn modelId="{6EA31C08-FB45-4E42-893E-60BF0900D3F1}" type="presOf" srcId="{EFA778DC-2BE8-4193-8592-8D04D164E010}" destId="{EA770C44-7E19-4D0B-AD51-AAC31634271C}" srcOrd="0" destOrd="0" presId="urn:microsoft.com/office/officeart/2005/8/layout/orgChart1"/>
    <dgm:cxn modelId="{05A3CF0A-E39A-40B0-9F28-587D09811C34}" srcId="{356313DE-C638-4D59-BEB0-A9A886C5A3E4}" destId="{EFA778DC-2BE8-4193-8592-8D04D164E010}" srcOrd="0" destOrd="0" parTransId="{4601CCDD-4D7F-425F-BE5C-F563DAD0FD8A}" sibTransId="{B12FE4F0-238B-4B12-9B91-61DFC88E3572}"/>
    <dgm:cxn modelId="{A05E1618-2468-42E7-8EBE-AEDFA628A8CC}" srcId="{E75A42A3-3B0E-4FE7-B5B6-B5B470989055}" destId="{CF2FF9DC-13AC-4B60-A010-D4C8EF9E1592}" srcOrd="0" destOrd="0" parTransId="{A954DC0C-9BCC-4ADE-953A-388D4A2A37E7}" sibTransId="{9F1CA367-7C79-4242-93FE-84205F5256AE}"/>
    <dgm:cxn modelId="{A5794818-8EC1-46E6-B5C8-D5E9B7BBA75B}" type="presOf" srcId="{356313DE-C638-4D59-BEB0-A9A886C5A3E4}" destId="{066F6214-F751-459F-A9F9-6FB47DE5E806}" srcOrd="0" destOrd="0" presId="urn:microsoft.com/office/officeart/2005/8/layout/orgChart1"/>
    <dgm:cxn modelId="{C0B1C61D-C7D7-4E1D-B22F-488C9F1D6EAF}" srcId="{CF2FF9DC-13AC-4B60-A010-D4C8EF9E1592}" destId="{C4E98725-272D-4805-93C2-4F413BF60C0F}" srcOrd="0" destOrd="0" parTransId="{F5072586-0C3F-4994-A9AD-1EF23845C47B}" sibTransId="{E7A4F87B-2854-4B6F-92D3-277A8E10EA64}"/>
    <dgm:cxn modelId="{10A39923-DA6C-4EA8-AAF2-EFD7E992629B}" type="presOf" srcId="{80F9826B-F3BC-406E-BD51-3F7824C4238C}" destId="{363E164F-4554-4265-9227-EBE25F6A4240}" srcOrd="0" destOrd="0" presId="urn:microsoft.com/office/officeart/2005/8/layout/orgChart1"/>
    <dgm:cxn modelId="{E95DFB23-738C-432D-AA13-873CEDC8680C}" type="presOf" srcId="{CF2FF9DC-13AC-4B60-A010-D4C8EF9E1592}" destId="{B015E2EF-D773-4946-8329-3E0B22D54CB8}" srcOrd="0" destOrd="0" presId="urn:microsoft.com/office/officeart/2005/8/layout/orgChart1"/>
    <dgm:cxn modelId="{82A0A836-C216-4704-B8C4-BA48A944CF1F}" type="presOf" srcId="{356313DE-C638-4D59-BEB0-A9A886C5A3E4}" destId="{99AAAA7A-A625-4941-81FF-2BD99BB29ED0}" srcOrd="1" destOrd="0" presId="urn:microsoft.com/office/officeart/2005/8/layout/orgChart1"/>
    <dgm:cxn modelId="{5C028F3B-DA3A-4653-A594-634F80AB01A9}" type="presOf" srcId="{E75A42A3-3B0E-4FE7-B5B6-B5B470989055}" destId="{BA30C390-225B-4658-8812-30682021F038}" srcOrd="0" destOrd="0" presId="urn:microsoft.com/office/officeart/2005/8/layout/orgChart1"/>
    <dgm:cxn modelId="{2A86943D-D3CA-4567-8F20-AC4971C2A5DF}" type="presOf" srcId="{E6FA88AE-3D4D-49D0-9FAD-6D36C16C513E}" destId="{72678BE3-B001-4161-8185-6C76C8F5875B}" srcOrd="0" destOrd="0" presId="urn:microsoft.com/office/officeart/2005/8/layout/orgChart1"/>
    <dgm:cxn modelId="{0F10735F-31E3-4067-9DEA-E589EA7BA64F}" type="presOf" srcId="{EFA778DC-2BE8-4193-8592-8D04D164E010}" destId="{822E07E0-C065-4402-8F07-DB29544662F4}" srcOrd="1" destOrd="0" presId="urn:microsoft.com/office/officeart/2005/8/layout/orgChart1"/>
    <dgm:cxn modelId="{D08C6D42-5EED-43EF-84B1-95F10C9600A3}" type="presOf" srcId="{C4C17B08-52F8-40F9-9245-3FBFBD8BDB75}" destId="{D5E5190B-A4B3-4B26-895E-C4D764D9C986}" srcOrd="0" destOrd="0" presId="urn:microsoft.com/office/officeart/2005/8/layout/orgChart1"/>
    <dgm:cxn modelId="{973BD463-85EC-465B-960D-EFF7A628E451}" type="presOf" srcId="{4601CCDD-4D7F-425F-BE5C-F563DAD0FD8A}" destId="{74EAD2B1-BF0F-4278-A0D4-6C67FDA2837E}" srcOrd="0" destOrd="0" presId="urn:microsoft.com/office/officeart/2005/8/layout/orgChart1"/>
    <dgm:cxn modelId="{C3B64D48-24BC-4472-8153-716CCF12F6CB}" srcId="{6127668F-FC08-4559-A65B-E17AE47A5563}" destId="{0A0C8E50-8D30-4D25-92D9-5CC37AC5ED86}" srcOrd="0" destOrd="0" parTransId="{9EC5FFD8-4AC2-4EB8-B705-E46511EE5D8D}" sibTransId="{4D6C99FF-4E72-4645-B75A-71967FEBB235}"/>
    <dgm:cxn modelId="{A80EBA68-D021-4BEF-B178-967BAF64E971}" type="presOf" srcId="{F5072586-0C3F-4994-A9AD-1EF23845C47B}" destId="{20B7F631-BA29-4EA2-8093-36D2E10D2D14}" srcOrd="0" destOrd="0" presId="urn:microsoft.com/office/officeart/2005/8/layout/orgChart1"/>
    <dgm:cxn modelId="{1F102F6A-1099-4628-98F9-BAB2B2BF7015}" srcId="{80F9826B-F3BC-406E-BD51-3F7824C4238C}" destId="{A7974478-AA94-4701-BFBC-5775937412CB}" srcOrd="1" destOrd="0" parTransId="{5A320916-CA1D-4AE7-81D0-58F2FCF53378}" sibTransId="{B22853B6-93B2-48BC-8005-55989E874375}"/>
    <dgm:cxn modelId="{566BA36D-8477-4819-855E-E6054443669A}" srcId="{A7974478-AA94-4701-BFBC-5775937412CB}" destId="{6127668F-FC08-4559-A65B-E17AE47A5563}" srcOrd="0" destOrd="0" parTransId="{52D1FBB0-D711-4BBE-8F8A-60507295ED6E}" sibTransId="{85B56538-8B3B-47C0-AD20-9D513C7CFC46}"/>
    <dgm:cxn modelId="{54E1BF71-ACBE-4099-BAE4-8E5980223057}" srcId="{E75A42A3-3B0E-4FE7-B5B6-B5B470989055}" destId="{2CF6D56E-E665-4838-B3B7-999614F8FE09}" srcOrd="1" destOrd="0" parTransId="{C4C17B08-52F8-40F9-9245-3FBFBD8BDB75}" sibTransId="{6B3B4F1F-1719-42FD-A81C-CB73B203F6E2}"/>
    <dgm:cxn modelId="{F9740953-DB50-4CF7-9871-781EFF6476DE}" srcId="{7ED0AC3A-7A03-4322-BEFF-5EA53E2A9B36}" destId="{80F9826B-F3BC-406E-BD51-3F7824C4238C}" srcOrd="0" destOrd="0" parTransId="{136CB4C9-16FD-430D-B5B1-16DFAC1BFA6F}" sibTransId="{31EEAA2F-82BA-4429-A45E-0B2A32D4B58A}"/>
    <dgm:cxn modelId="{F05F9C54-749A-4D5F-8686-C44719FEF1EB}" type="presOf" srcId="{2CF6D56E-E665-4838-B3B7-999614F8FE09}" destId="{0D61D73C-FC84-497F-96C5-A06E66AAEFAC}" srcOrd="1" destOrd="0" presId="urn:microsoft.com/office/officeart/2005/8/layout/orgChart1"/>
    <dgm:cxn modelId="{F4333F75-493C-416D-861E-17A023B23F6B}" type="presOf" srcId="{0A0C8E50-8D30-4D25-92D9-5CC37AC5ED86}" destId="{25564DDF-F8C6-487F-AA67-E07055B97643}" srcOrd="0" destOrd="0" presId="urn:microsoft.com/office/officeart/2005/8/layout/orgChart1"/>
    <dgm:cxn modelId="{D8B15975-AEB3-473A-95F7-2FF809943694}" type="presOf" srcId="{C4E98725-272D-4805-93C2-4F413BF60C0F}" destId="{D51CC5A9-C5F0-4CC8-873E-B58EB572DE73}" srcOrd="1" destOrd="0" presId="urn:microsoft.com/office/officeart/2005/8/layout/orgChart1"/>
    <dgm:cxn modelId="{D5139757-6793-4AF6-96A6-0EF3EA2D342F}" type="presOf" srcId="{E4F3C607-2101-48B6-A507-17AA421B903D}" destId="{5F38459A-764A-42A1-8DD6-4BD579D4C01F}" srcOrd="0" destOrd="0" presId="urn:microsoft.com/office/officeart/2005/8/layout/orgChart1"/>
    <dgm:cxn modelId="{49BE6759-D027-456F-AE02-AA35B36CBCD1}" type="presOf" srcId="{52D1FBB0-D711-4BBE-8F8A-60507295ED6E}" destId="{C8D0C971-DA06-43D6-A44D-EAB1CEFADBE2}" srcOrd="0" destOrd="0" presId="urn:microsoft.com/office/officeart/2005/8/layout/orgChart1"/>
    <dgm:cxn modelId="{03F70B7C-610F-4340-BE7A-E5A0824323A0}" type="presOf" srcId="{CF2FF9DC-13AC-4B60-A010-D4C8EF9E1592}" destId="{D82E1F3D-FB84-4FA5-BD91-9A52A2E3D7A4}" srcOrd="1" destOrd="0" presId="urn:microsoft.com/office/officeart/2005/8/layout/orgChart1"/>
    <dgm:cxn modelId="{E2B20185-4D2C-4921-9805-4D85098ABBDE}" type="presOf" srcId="{E4F3C607-2101-48B6-A507-17AA421B903D}" destId="{C39148DC-3C54-47A5-888A-ADDEE67AF9E6}" srcOrd="1" destOrd="0" presId="urn:microsoft.com/office/officeart/2005/8/layout/orgChart1"/>
    <dgm:cxn modelId="{5302DA88-57C7-4C27-AE2D-87CA96BDE9B6}" type="presOf" srcId="{C4E98725-272D-4805-93C2-4F413BF60C0F}" destId="{282AC3D5-9A3F-4EF7-A261-CA5BA522D317}" srcOrd="0" destOrd="0" presId="urn:microsoft.com/office/officeart/2005/8/layout/orgChart1"/>
    <dgm:cxn modelId="{3B08838A-1CF0-4987-8657-509D6770A1AD}" type="presOf" srcId="{9EC5FFD8-4AC2-4EB8-B705-E46511EE5D8D}" destId="{F3B480D0-2064-469E-B82D-77F76DFF62B5}" srcOrd="0" destOrd="0" presId="urn:microsoft.com/office/officeart/2005/8/layout/orgChart1"/>
    <dgm:cxn modelId="{C64CA18B-DF85-49E9-BB1B-4D39F1E89836}" type="presOf" srcId="{285ADE0D-852B-47B3-AC70-E287812292C7}" destId="{EDBFE78B-FDD9-4368-8B6A-7A916FC12A3B}" srcOrd="0" destOrd="0" presId="urn:microsoft.com/office/officeart/2005/8/layout/orgChart1"/>
    <dgm:cxn modelId="{E38E0296-81BD-45DE-A3A8-7817F2BC923A}" type="presOf" srcId="{0A0C8E50-8D30-4D25-92D9-5CC37AC5ED86}" destId="{96EBFA06-C4B5-4ACC-BBAA-0FD4902D93B1}" srcOrd="1" destOrd="0" presId="urn:microsoft.com/office/officeart/2005/8/layout/orgChart1"/>
    <dgm:cxn modelId="{668BFFB9-C71C-47C2-A8DF-9E3AAA5A729A}" type="presOf" srcId="{A954DC0C-9BCC-4ADE-953A-388D4A2A37E7}" destId="{8014630D-8258-4CC2-A580-8234A0BADFA5}" srcOrd="0" destOrd="0" presId="urn:microsoft.com/office/officeart/2005/8/layout/orgChart1"/>
    <dgm:cxn modelId="{429D0ABD-D668-4A5C-A894-4CF0CDDA4685}" type="presOf" srcId="{A7974478-AA94-4701-BFBC-5775937412CB}" destId="{0808DA96-A669-487F-ABA6-752AC9E97E36}" srcOrd="1" destOrd="0" presId="urn:microsoft.com/office/officeart/2005/8/layout/orgChart1"/>
    <dgm:cxn modelId="{E6CD2EC1-F33A-4225-85E4-EE3F09C15608}" type="presOf" srcId="{6127668F-FC08-4559-A65B-E17AE47A5563}" destId="{5AF84C10-A5A2-406A-8F41-04A5DDDBEB42}" srcOrd="0" destOrd="0" presId="urn:microsoft.com/office/officeart/2005/8/layout/orgChart1"/>
    <dgm:cxn modelId="{E30CD6C2-4A34-4ECB-AE0E-D56DF5B6E266}" srcId="{A7974478-AA94-4701-BFBC-5775937412CB}" destId="{356313DE-C638-4D59-BEB0-A9A886C5A3E4}" srcOrd="1" destOrd="0" parTransId="{285ADE0D-852B-47B3-AC70-E287812292C7}" sibTransId="{4507E2DB-C76E-4FE3-BF16-36863528252E}"/>
    <dgm:cxn modelId="{510621C4-2D71-4725-9DCD-154CC0B28B96}" type="presOf" srcId="{6127668F-FC08-4559-A65B-E17AE47A5563}" destId="{6C158579-B330-48E3-B1F6-2094CBCA8698}" srcOrd="1" destOrd="0" presId="urn:microsoft.com/office/officeart/2005/8/layout/orgChart1"/>
    <dgm:cxn modelId="{EA544BCE-56B8-4863-9190-98A5DCE907D0}" type="presOf" srcId="{A7974478-AA94-4701-BFBC-5775937412CB}" destId="{BE2955F7-4412-4408-8C76-B2A9AC56C5AF}" srcOrd="0" destOrd="0" presId="urn:microsoft.com/office/officeart/2005/8/layout/orgChart1"/>
    <dgm:cxn modelId="{671DDDDC-209F-46F8-89F8-A7AA37089DBC}" type="presOf" srcId="{2CF6D56E-E665-4838-B3B7-999614F8FE09}" destId="{954C9259-8BE4-4A21-A779-6A520E669586}" srcOrd="0" destOrd="0" presId="urn:microsoft.com/office/officeart/2005/8/layout/orgChart1"/>
    <dgm:cxn modelId="{F003AEDD-4648-42C5-919D-49519D5DC0F4}" srcId="{80F9826B-F3BC-406E-BD51-3F7824C4238C}" destId="{E75A42A3-3B0E-4FE7-B5B6-B5B470989055}" srcOrd="0" destOrd="0" parTransId="{5890EC6B-CFEF-432E-81B5-421A8BC1C154}" sibTransId="{532C121A-49E3-4253-A680-EB38C37F95AD}"/>
    <dgm:cxn modelId="{4036EEE2-BBA3-426C-A0DE-AE910AFE015B}" type="presOf" srcId="{5890EC6B-CFEF-432E-81B5-421A8BC1C154}" destId="{4D7166C1-95B2-4BFE-AC2F-952B8AAE28C8}" srcOrd="0" destOrd="0" presId="urn:microsoft.com/office/officeart/2005/8/layout/orgChart1"/>
    <dgm:cxn modelId="{C25842E4-9CD8-403C-BD70-E0C6A62B80F4}" type="presOf" srcId="{5A320916-CA1D-4AE7-81D0-58F2FCF53378}" destId="{2BC5405F-94C1-4647-A596-13EC2D72EEE0}" srcOrd="0" destOrd="0" presId="urn:microsoft.com/office/officeart/2005/8/layout/orgChart1"/>
    <dgm:cxn modelId="{8D0D07E5-30DC-4F5B-B195-BBFA891BC77E}" type="presOf" srcId="{7ED0AC3A-7A03-4322-BEFF-5EA53E2A9B36}" destId="{D180D7F9-82F5-4E78-8A28-EC63F86A7EF3}" srcOrd="0" destOrd="0" presId="urn:microsoft.com/office/officeart/2005/8/layout/orgChart1"/>
    <dgm:cxn modelId="{4A52A1E6-1AF9-47BD-B488-E5FE0A896CA4}" type="presOf" srcId="{E75A42A3-3B0E-4FE7-B5B6-B5B470989055}" destId="{DD1ED1CE-ED82-43A0-8781-967A0BCEF1AD}" srcOrd="1" destOrd="0" presId="urn:microsoft.com/office/officeart/2005/8/layout/orgChart1"/>
    <dgm:cxn modelId="{88FC7BEB-B00D-40A6-BEE6-5BFA5F094EBA}" srcId="{2CF6D56E-E665-4838-B3B7-999614F8FE09}" destId="{E4F3C607-2101-48B6-A507-17AA421B903D}" srcOrd="0" destOrd="0" parTransId="{E6FA88AE-3D4D-49D0-9FAD-6D36C16C513E}" sibTransId="{43733245-7D56-4F28-8102-64109CD39114}"/>
    <dgm:cxn modelId="{87453B0C-AE7B-4975-B469-4B5D9760BC5E}" type="presParOf" srcId="{D180D7F9-82F5-4E78-8A28-EC63F86A7EF3}" destId="{7689137C-5AAB-4463-BEAB-434D74FE6386}" srcOrd="0" destOrd="0" presId="urn:microsoft.com/office/officeart/2005/8/layout/orgChart1"/>
    <dgm:cxn modelId="{12B1549C-36DD-4700-96BC-658240835AD0}" type="presParOf" srcId="{7689137C-5AAB-4463-BEAB-434D74FE6386}" destId="{726CD4A5-4EE0-4C8F-83D7-6E101F6BAF32}" srcOrd="0" destOrd="0" presId="urn:microsoft.com/office/officeart/2005/8/layout/orgChart1"/>
    <dgm:cxn modelId="{F3A19193-D413-42E7-A3D9-71CBAA6BF5A3}" type="presParOf" srcId="{726CD4A5-4EE0-4C8F-83D7-6E101F6BAF32}" destId="{363E164F-4554-4265-9227-EBE25F6A4240}" srcOrd="0" destOrd="0" presId="urn:microsoft.com/office/officeart/2005/8/layout/orgChart1"/>
    <dgm:cxn modelId="{34994D2C-1617-48BB-A8FD-864D3C61034A}" type="presParOf" srcId="{726CD4A5-4EE0-4C8F-83D7-6E101F6BAF32}" destId="{6748629A-E8B4-4CFC-A260-59196EC08061}" srcOrd="1" destOrd="0" presId="urn:microsoft.com/office/officeart/2005/8/layout/orgChart1"/>
    <dgm:cxn modelId="{556A96F1-E1D1-4952-AF71-CAE35D7DD36A}" type="presParOf" srcId="{7689137C-5AAB-4463-BEAB-434D74FE6386}" destId="{B99ADDCE-17BE-4A65-9B5C-1C57C6250C09}" srcOrd="1" destOrd="0" presId="urn:microsoft.com/office/officeart/2005/8/layout/orgChart1"/>
    <dgm:cxn modelId="{37431FAC-7225-4BFC-B7E5-A4D26FA06533}" type="presParOf" srcId="{B99ADDCE-17BE-4A65-9B5C-1C57C6250C09}" destId="{4D7166C1-95B2-4BFE-AC2F-952B8AAE28C8}" srcOrd="0" destOrd="0" presId="urn:microsoft.com/office/officeart/2005/8/layout/orgChart1"/>
    <dgm:cxn modelId="{BADF23F4-4C15-411B-A516-10F78368CEF8}" type="presParOf" srcId="{B99ADDCE-17BE-4A65-9B5C-1C57C6250C09}" destId="{18567283-7C9D-4D98-98E4-C0BAED1766F9}" srcOrd="1" destOrd="0" presId="urn:microsoft.com/office/officeart/2005/8/layout/orgChart1"/>
    <dgm:cxn modelId="{AD83207D-D119-47D5-8D2B-3B806F5CBAC1}" type="presParOf" srcId="{18567283-7C9D-4D98-98E4-C0BAED1766F9}" destId="{85A7454D-8177-4259-B47D-62DC85FE0FB9}" srcOrd="0" destOrd="0" presId="urn:microsoft.com/office/officeart/2005/8/layout/orgChart1"/>
    <dgm:cxn modelId="{262F609E-60B2-4B22-9C43-B86ECBA39534}" type="presParOf" srcId="{85A7454D-8177-4259-B47D-62DC85FE0FB9}" destId="{BA30C390-225B-4658-8812-30682021F038}" srcOrd="0" destOrd="0" presId="urn:microsoft.com/office/officeart/2005/8/layout/orgChart1"/>
    <dgm:cxn modelId="{6A789EF7-800E-4071-A80A-A6C46C2949A5}" type="presParOf" srcId="{85A7454D-8177-4259-B47D-62DC85FE0FB9}" destId="{DD1ED1CE-ED82-43A0-8781-967A0BCEF1AD}" srcOrd="1" destOrd="0" presId="urn:microsoft.com/office/officeart/2005/8/layout/orgChart1"/>
    <dgm:cxn modelId="{5B144D9D-216C-4197-8146-5276C9C0B484}" type="presParOf" srcId="{18567283-7C9D-4D98-98E4-C0BAED1766F9}" destId="{5B963418-1C6E-435E-8B15-2D992667A104}" srcOrd="1" destOrd="0" presId="urn:microsoft.com/office/officeart/2005/8/layout/orgChart1"/>
    <dgm:cxn modelId="{C7CFEB8E-6AF7-43C1-8C73-780668DED936}" type="presParOf" srcId="{5B963418-1C6E-435E-8B15-2D992667A104}" destId="{8014630D-8258-4CC2-A580-8234A0BADFA5}" srcOrd="0" destOrd="0" presId="urn:microsoft.com/office/officeart/2005/8/layout/orgChart1"/>
    <dgm:cxn modelId="{21814DC7-FD1D-4877-B891-4F409081AEBB}" type="presParOf" srcId="{5B963418-1C6E-435E-8B15-2D992667A104}" destId="{20FBA1B4-2927-46CC-8CE5-B3F7EB0BB388}" srcOrd="1" destOrd="0" presId="urn:microsoft.com/office/officeart/2005/8/layout/orgChart1"/>
    <dgm:cxn modelId="{63EDB0D8-8AC1-436F-A0B3-753F7F0D6073}" type="presParOf" srcId="{20FBA1B4-2927-46CC-8CE5-B3F7EB0BB388}" destId="{C729F7D5-7A86-4302-98F2-1C40F1F2C7FD}" srcOrd="0" destOrd="0" presId="urn:microsoft.com/office/officeart/2005/8/layout/orgChart1"/>
    <dgm:cxn modelId="{5967EA5B-86E3-43FD-A1D8-E9CF02D8A32B}" type="presParOf" srcId="{C729F7D5-7A86-4302-98F2-1C40F1F2C7FD}" destId="{B015E2EF-D773-4946-8329-3E0B22D54CB8}" srcOrd="0" destOrd="0" presId="urn:microsoft.com/office/officeart/2005/8/layout/orgChart1"/>
    <dgm:cxn modelId="{56ACCA36-1FDE-4D02-8E48-310339D4808C}" type="presParOf" srcId="{C729F7D5-7A86-4302-98F2-1C40F1F2C7FD}" destId="{D82E1F3D-FB84-4FA5-BD91-9A52A2E3D7A4}" srcOrd="1" destOrd="0" presId="urn:microsoft.com/office/officeart/2005/8/layout/orgChart1"/>
    <dgm:cxn modelId="{E33C9E18-F92A-4CCC-8940-5CEB4293AB6B}" type="presParOf" srcId="{20FBA1B4-2927-46CC-8CE5-B3F7EB0BB388}" destId="{050009E1-5A12-4DF2-8163-7EABCDE0022F}" srcOrd="1" destOrd="0" presId="urn:microsoft.com/office/officeart/2005/8/layout/orgChart1"/>
    <dgm:cxn modelId="{DF5A487A-3CB8-4ED8-99DB-CE5DEB79975F}" type="presParOf" srcId="{050009E1-5A12-4DF2-8163-7EABCDE0022F}" destId="{20B7F631-BA29-4EA2-8093-36D2E10D2D14}" srcOrd="0" destOrd="0" presId="urn:microsoft.com/office/officeart/2005/8/layout/orgChart1"/>
    <dgm:cxn modelId="{26ABD754-2C91-4502-8042-6BE14C1631AF}" type="presParOf" srcId="{050009E1-5A12-4DF2-8163-7EABCDE0022F}" destId="{EB8AEC62-A95F-4FBB-8D9E-2C73FDCC7DFE}" srcOrd="1" destOrd="0" presId="urn:microsoft.com/office/officeart/2005/8/layout/orgChart1"/>
    <dgm:cxn modelId="{F3B4AABA-075B-4A83-B86A-63AF9040211B}" type="presParOf" srcId="{EB8AEC62-A95F-4FBB-8D9E-2C73FDCC7DFE}" destId="{8D408DEC-DFF3-4D2F-863A-F307EA30E392}" srcOrd="0" destOrd="0" presId="urn:microsoft.com/office/officeart/2005/8/layout/orgChart1"/>
    <dgm:cxn modelId="{3CB5D6D8-06E1-43F5-A1F7-F4B50D74C5C6}" type="presParOf" srcId="{8D408DEC-DFF3-4D2F-863A-F307EA30E392}" destId="{282AC3D5-9A3F-4EF7-A261-CA5BA522D317}" srcOrd="0" destOrd="0" presId="urn:microsoft.com/office/officeart/2005/8/layout/orgChart1"/>
    <dgm:cxn modelId="{D7F9EAF6-2EED-41F7-A4F7-51E341CFB5CC}" type="presParOf" srcId="{8D408DEC-DFF3-4D2F-863A-F307EA30E392}" destId="{D51CC5A9-C5F0-4CC8-873E-B58EB572DE73}" srcOrd="1" destOrd="0" presId="urn:microsoft.com/office/officeart/2005/8/layout/orgChart1"/>
    <dgm:cxn modelId="{B52B9925-7C3A-48B3-A9F4-4FAD109656E5}" type="presParOf" srcId="{EB8AEC62-A95F-4FBB-8D9E-2C73FDCC7DFE}" destId="{66712951-0B7B-492F-AC31-B093B13060D2}" srcOrd="1" destOrd="0" presId="urn:microsoft.com/office/officeart/2005/8/layout/orgChart1"/>
    <dgm:cxn modelId="{490E5B9B-A41F-41A3-8C05-17D8FA4A5730}" type="presParOf" srcId="{EB8AEC62-A95F-4FBB-8D9E-2C73FDCC7DFE}" destId="{99297678-D689-4317-8448-4516C7746807}" srcOrd="2" destOrd="0" presId="urn:microsoft.com/office/officeart/2005/8/layout/orgChart1"/>
    <dgm:cxn modelId="{6282F765-8860-40A4-861C-CE39763E6F77}" type="presParOf" srcId="{20FBA1B4-2927-46CC-8CE5-B3F7EB0BB388}" destId="{C848B123-1520-4859-92A7-483A8A103813}" srcOrd="2" destOrd="0" presId="urn:microsoft.com/office/officeart/2005/8/layout/orgChart1"/>
    <dgm:cxn modelId="{C59FAFCA-1643-4978-AEBA-FDE803E78981}" type="presParOf" srcId="{5B963418-1C6E-435E-8B15-2D992667A104}" destId="{D5E5190B-A4B3-4B26-895E-C4D764D9C986}" srcOrd="2" destOrd="0" presId="urn:microsoft.com/office/officeart/2005/8/layout/orgChart1"/>
    <dgm:cxn modelId="{BAF88BD8-004C-479C-9C66-E0B87751AC5D}" type="presParOf" srcId="{5B963418-1C6E-435E-8B15-2D992667A104}" destId="{1EA0D4C4-EC6E-48C3-A494-F8F6BE25C0D9}" srcOrd="3" destOrd="0" presId="urn:microsoft.com/office/officeart/2005/8/layout/orgChart1"/>
    <dgm:cxn modelId="{CE8A5B70-6866-40D3-9498-0A4FED51F73B}" type="presParOf" srcId="{1EA0D4C4-EC6E-48C3-A494-F8F6BE25C0D9}" destId="{B79E2669-DC4F-401C-ACD2-6A23E5053623}" srcOrd="0" destOrd="0" presId="urn:microsoft.com/office/officeart/2005/8/layout/orgChart1"/>
    <dgm:cxn modelId="{4AA2E31A-C198-4897-A9AF-1CE3628A9437}" type="presParOf" srcId="{B79E2669-DC4F-401C-ACD2-6A23E5053623}" destId="{954C9259-8BE4-4A21-A779-6A520E669586}" srcOrd="0" destOrd="0" presId="urn:microsoft.com/office/officeart/2005/8/layout/orgChart1"/>
    <dgm:cxn modelId="{199587FF-6145-4B1E-974A-FB26C81D0778}" type="presParOf" srcId="{B79E2669-DC4F-401C-ACD2-6A23E5053623}" destId="{0D61D73C-FC84-497F-96C5-A06E66AAEFAC}" srcOrd="1" destOrd="0" presId="urn:microsoft.com/office/officeart/2005/8/layout/orgChart1"/>
    <dgm:cxn modelId="{15F0F69F-7A0D-47E6-8C8C-5A8BC57380A0}" type="presParOf" srcId="{1EA0D4C4-EC6E-48C3-A494-F8F6BE25C0D9}" destId="{2DBBF046-B784-4257-B718-4C066649129D}" srcOrd="1" destOrd="0" presId="urn:microsoft.com/office/officeart/2005/8/layout/orgChart1"/>
    <dgm:cxn modelId="{69B222B3-35CE-41F8-81D7-83D2C17614C5}" type="presParOf" srcId="{2DBBF046-B784-4257-B718-4C066649129D}" destId="{72678BE3-B001-4161-8185-6C76C8F5875B}" srcOrd="0" destOrd="0" presId="urn:microsoft.com/office/officeart/2005/8/layout/orgChart1"/>
    <dgm:cxn modelId="{0D2A84AB-DFBD-48F6-839D-FCCBE2823D83}" type="presParOf" srcId="{2DBBF046-B784-4257-B718-4C066649129D}" destId="{E8C894F1-EFD6-4ED2-9869-8DFEF596E64A}" srcOrd="1" destOrd="0" presId="urn:microsoft.com/office/officeart/2005/8/layout/orgChart1"/>
    <dgm:cxn modelId="{73A29DB0-A39D-4FF4-8D7A-7BA37468DA2B}" type="presParOf" srcId="{E8C894F1-EFD6-4ED2-9869-8DFEF596E64A}" destId="{73C9718C-DC8E-4287-8F15-ED113BCC7873}" srcOrd="0" destOrd="0" presId="urn:microsoft.com/office/officeart/2005/8/layout/orgChart1"/>
    <dgm:cxn modelId="{41633C5E-6EAC-4836-9AF0-ACCA86AB9040}" type="presParOf" srcId="{73C9718C-DC8E-4287-8F15-ED113BCC7873}" destId="{5F38459A-764A-42A1-8DD6-4BD579D4C01F}" srcOrd="0" destOrd="0" presId="urn:microsoft.com/office/officeart/2005/8/layout/orgChart1"/>
    <dgm:cxn modelId="{CA386AC7-3CD3-4B08-9492-15F902239409}" type="presParOf" srcId="{73C9718C-DC8E-4287-8F15-ED113BCC7873}" destId="{C39148DC-3C54-47A5-888A-ADDEE67AF9E6}" srcOrd="1" destOrd="0" presId="urn:microsoft.com/office/officeart/2005/8/layout/orgChart1"/>
    <dgm:cxn modelId="{69BFC888-AB4C-4529-A16E-52EF60C40766}" type="presParOf" srcId="{E8C894F1-EFD6-4ED2-9869-8DFEF596E64A}" destId="{BE8E193F-EC47-46A9-8EB8-218CF1B015AA}" srcOrd="1" destOrd="0" presId="urn:microsoft.com/office/officeart/2005/8/layout/orgChart1"/>
    <dgm:cxn modelId="{9A06B33B-C5FD-43E9-8E75-4860B1D61E70}" type="presParOf" srcId="{E8C894F1-EFD6-4ED2-9869-8DFEF596E64A}" destId="{38416C94-9397-41EF-BF07-D1E76F553B5A}" srcOrd="2" destOrd="0" presId="urn:microsoft.com/office/officeart/2005/8/layout/orgChart1"/>
    <dgm:cxn modelId="{BBD6C5C3-C435-412B-92C5-70BA128382A3}" type="presParOf" srcId="{1EA0D4C4-EC6E-48C3-A494-F8F6BE25C0D9}" destId="{5228F48E-55C2-4CE9-86E6-31CDD3C32DC0}" srcOrd="2" destOrd="0" presId="urn:microsoft.com/office/officeart/2005/8/layout/orgChart1"/>
    <dgm:cxn modelId="{16E5A57A-69EE-4608-9A6F-EAA46C2C96B5}" type="presParOf" srcId="{18567283-7C9D-4D98-98E4-C0BAED1766F9}" destId="{0B6F3C84-93C1-48A5-BCC9-86B944665226}" srcOrd="2" destOrd="0" presId="urn:microsoft.com/office/officeart/2005/8/layout/orgChart1"/>
    <dgm:cxn modelId="{BA28A51E-34E3-4454-9ACF-22A217C7AF1F}" type="presParOf" srcId="{B99ADDCE-17BE-4A65-9B5C-1C57C6250C09}" destId="{2BC5405F-94C1-4647-A596-13EC2D72EEE0}" srcOrd="2" destOrd="0" presId="urn:microsoft.com/office/officeart/2005/8/layout/orgChart1"/>
    <dgm:cxn modelId="{05333729-1521-4278-A659-E944A8962577}" type="presParOf" srcId="{B99ADDCE-17BE-4A65-9B5C-1C57C6250C09}" destId="{63497BFC-583C-4F42-A566-A22B94893257}" srcOrd="3" destOrd="0" presId="urn:microsoft.com/office/officeart/2005/8/layout/orgChart1"/>
    <dgm:cxn modelId="{158654E7-3EDB-4CCF-893B-D8BE00878F49}" type="presParOf" srcId="{63497BFC-583C-4F42-A566-A22B94893257}" destId="{6B7EDA46-F7FD-42E0-96CB-D389CA2D7361}" srcOrd="0" destOrd="0" presId="urn:microsoft.com/office/officeart/2005/8/layout/orgChart1"/>
    <dgm:cxn modelId="{9CAB6139-D282-4C8A-8FE1-28C69D86AECE}" type="presParOf" srcId="{6B7EDA46-F7FD-42E0-96CB-D389CA2D7361}" destId="{BE2955F7-4412-4408-8C76-B2A9AC56C5AF}" srcOrd="0" destOrd="0" presId="urn:microsoft.com/office/officeart/2005/8/layout/orgChart1"/>
    <dgm:cxn modelId="{09A428A7-1713-453D-BE57-3E23E44FA1B9}" type="presParOf" srcId="{6B7EDA46-F7FD-42E0-96CB-D389CA2D7361}" destId="{0808DA96-A669-487F-ABA6-752AC9E97E36}" srcOrd="1" destOrd="0" presId="urn:microsoft.com/office/officeart/2005/8/layout/orgChart1"/>
    <dgm:cxn modelId="{E28BCF6B-14FE-437B-AA9A-747A08506D4C}" type="presParOf" srcId="{63497BFC-583C-4F42-A566-A22B94893257}" destId="{8C071B23-7447-4C09-BE1E-A249426EAC67}" srcOrd="1" destOrd="0" presId="urn:microsoft.com/office/officeart/2005/8/layout/orgChart1"/>
    <dgm:cxn modelId="{20F94311-CB5F-4BE5-8F59-DFAE85DC9B01}" type="presParOf" srcId="{8C071B23-7447-4C09-BE1E-A249426EAC67}" destId="{C8D0C971-DA06-43D6-A44D-EAB1CEFADBE2}" srcOrd="0" destOrd="0" presId="urn:microsoft.com/office/officeart/2005/8/layout/orgChart1"/>
    <dgm:cxn modelId="{5626704F-818F-4032-9658-3250556082BD}" type="presParOf" srcId="{8C071B23-7447-4C09-BE1E-A249426EAC67}" destId="{7268A654-0A5A-42B3-AC74-DD0A52F536CF}" srcOrd="1" destOrd="0" presId="urn:microsoft.com/office/officeart/2005/8/layout/orgChart1"/>
    <dgm:cxn modelId="{2163E9EE-BABB-489E-8754-49F11CE3FCD6}" type="presParOf" srcId="{7268A654-0A5A-42B3-AC74-DD0A52F536CF}" destId="{792AE39C-6BF0-4EA3-AE81-30A832B0ACAC}" srcOrd="0" destOrd="0" presId="urn:microsoft.com/office/officeart/2005/8/layout/orgChart1"/>
    <dgm:cxn modelId="{71F6F9DB-3284-4AD5-A81F-D7A09C4C0E95}" type="presParOf" srcId="{792AE39C-6BF0-4EA3-AE81-30A832B0ACAC}" destId="{5AF84C10-A5A2-406A-8F41-04A5DDDBEB42}" srcOrd="0" destOrd="0" presId="urn:microsoft.com/office/officeart/2005/8/layout/orgChart1"/>
    <dgm:cxn modelId="{C1B08BFC-C50E-4C86-B1B0-0D2A51992F90}" type="presParOf" srcId="{792AE39C-6BF0-4EA3-AE81-30A832B0ACAC}" destId="{6C158579-B330-48E3-B1F6-2094CBCA8698}" srcOrd="1" destOrd="0" presId="urn:microsoft.com/office/officeart/2005/8/layout/orgChart1"/>
    <dgm:cxn modelId="{F514BDBF-DAF6-4F9D-89FA-BF63B56DBDF0}" type="presParOf" srcId="{7268A654-0A5A-42B3-AC74-DD0A52F536CF}" destId="{E89C7A53-A8F7-4F54-B688-04137FFFA4A9}" srcOrd="1" destOrd="0" presId="urn:microsoft.com/office/officeart/2005/8/layout/orgChart1"/>
    <dgm:cxn modelId="{EA18230F-5D8B-413B-93B1-EFED2B8FFBE1}" type="presParOf" srcId="{E89C7A53-A8F7-4F54-B688-04137FFFA4A9}" destId="{F3B480D0-2064-469E-B82D-77F76DFF62B5}" srcOrd="0" destOrd="0" presId="urn:microsoft.com/office/officeart/2005/8/layout/orgChart1"/>
    <dgm:cxn modelId="{93CE3064-E5C7-4681-9A7D-1A83B7EAC3BB}" type="presParOf" srcId="{E89C7A53-A8F7-4F54-B688-04137FFFA4A9}" destId="{42DB555A-9CDF-43F4-8C26-E82BDC984FF8}" srcOrd="1" destOrd="0" presId="urn:microsoft.com/office/officeart/2005/8/layout/orgChart1"/>
    <dgm:cxn modelId="{247D1AAE-4290-4B56-8675-339BAAA30A6E}" type="presParOf" srcId="{42DB555A-9CDF-43F4-8C26-E82BDC984FF8}" destId="{AD580F53-A3AE-4D1A-8E42-7420DB90E129}" srcOrd="0" destOrd="0" presId="urn:microsoft.com/office/officeart/2005/8/layout/orgChart1"/>
    <dgm:cxn modelId="{FF83D0AF-C7D3-44BB-B4D0-F653C4E6F23E}" type="presParOf" srcId="{AD580F53-A3AE-4D1A-8E42-7420DB90E129}" destId="{25564DDF-F8C6-487F-AA67-E07055B97643}" srcOrd="0" destOrd="0" presId="urn:microsoft.com/office/officeart/2005/8/layout/orgChart1"/>
    <dgm:cxn modelId="{1A341C39-C126-419B-B641-63D5D446264F}" type="presParOf" srcId="{AD580F53-A3AE-4D1A-8E42-7420DB90E129}" destId="{96EBFA06-C4B5-4ACC-BBAA-0FD4902D93B1}" srcOrd="1" destOrd="0" presId="urn:microsoft.com/office/officeart/2005/8/layout/orgChart1"/>
    <dgm:cxn modelId="{899A2274-B4F2-48E7-8527-466C610C735B}" type="presParOf" srcId="{42DB555A-9CDF-43F4-8C26-E82BDC984FF8}" destId="{C31A608C-36E5-4908-886B-8540112FAD78}" srcOrd="1" destOrd="0" presId="urn:microsoft.com/office/officeart/2005/8/layout/orgChart1"/>
    <dgm:cxn modelId="{9E5DE67B-004D-4BE9-B506-BC72475078B3}" type="presParOf" srcId="{42DB555A-9CDF-43F4-8C26-E82BDC984FF8}" destId="{2EAC7376-135A-4ECD-9CF1-DBE3A309957C}" srcOrd="2" destOrd="0" presId="urn:microsoft.com/office/officeart/2005/8/layout/orgChart1"/>
    <dgm:cxn modelId="{1A9F6D5B-74FD-4DA2-B016-F129125CF3B3}" type="presParOf" srcId="{7268A654-0A5A-42B3-AC74-DD0A52F536CF}" destId="{0FAD9B66-A8C3-4D5A-8B4F-1BE6C47EC845}" srcOrd="2" destOrd="0" presId="urn:microsoft.com/office/officeart/2005/8/layout/orgChart1"/>
    <dgm:cxn modelId="{11FBC408-4E11-465B-8A7E-59CB73AD6646}" type="presParOf" srcId="{8C071B23-7447-4C09-BE1E-A249426EAC67}" destId="{EDBFE78B-FDD9-4368-8B6A-7A916FC12A3B}" srcOrd="2" destOrd="0" presId="urn:microsoft.com/office/officeart/2005/8/layout/orgChart1"/>
    <dgm:cxn modelId="{0E3005AB-20CF-4D94-BEBA-5F3387C7ED26}" type="presParOf" srcId="{8C071B23-7447-4C09-BE1E-A249426EAC67}" destId="{E40457D7-BB24-40E4-9D5D-4BEA70382B7F}" srcOrd="3" destOrd="0" presId="urn:microsoft.com/office/officeart/2005/8/layout/orgChart1"/>
    <dgm:cxn modelId="{0E09BA3C-84FE-4D32-BB70-90783EA1A87E}" type="presParOf" srcId="{E40457D7-BB24-40E4-9D5D-4BEA70382B7F}" destId="{032AE311-3F06-468C-A8DA-4BFAFFB33806}" srcOrd="0" destOrd="0" presId="urn:microsoft.com/office/officeart/2005/8/layout/orgChart1"/>
    <dgm:cxn modelId="{2FC28BA8-3458-428D-AD91-519273E9E663}" type="presParOf" srcId="{032AE311-3F06-468C-A8DA-4BFAFFB33806}" destId="{066F6214-F751-459F-A9F9-6FB47DE5E806}" srcOrd="0" destOrd="0" presId="urn:microsoft.com/office/officeart/2005/8/layout/orgChart1"/>
    <dgm:cxn modelId="{CB45A96A-EC26-4B1D-82D4-465E166EFB74}" type="presParOf" srcId="{032AE311-3F06-468C-A8DA-4BFAFFB33806}" destId="{99AAAA7A-A625-4941-81FF-2BD99BB29ED0}" srcOrd="1" destOrd="0" presId="urn:microsoft.com/office/officeart/2005/8/layout/orgChart1"/>
    <dgm:cxn modelId="{2D681985-F533-46F4-9257-DEF7A47D115E}" type="presParOf" srcId="{E40457D7-BB24-40E4-9D5D-4BEA70382B7F}" destId="{060521D1-4ABF-4500-99AE-7843221B9235}" srcOrd="1" destOrd="0" presId="urn:microsoft.com/office/officeart/2005/8/layout/orgChart1"/>
    <dgm:cxn modelId="{5DEDB10F-35E8-4D3E-BC53-2C9DFEC6C6DC}" type="presParOf" srcId="{060521D1-4ABF-4500-99AE-7843221B9235}" destId="{74EAD2B1-BF0F-4278-A0D4-6C67FDA2837E}" srcOrd="0" destOrd="0" presId="urn:microsoft.com/office/officeart/2005/8/layout/orgChart1"/>
    <dgm:cxn modelId="{8D76C667-BA69-4BCB-A511-E9683118EEF8}" type="presParOf" srcId="{060521D1-4ABF-4500-99AE-7843221B9235}" destId="{01D15EDE-BBF2-4390-83A9-E88776CC8323}" srcOrd="1" destOrd="0" presId="urn:microsoft.com/office/officeart/2005/8/layout/orgChart1"/>
    <dgm:cxn modelId="{FFF032F0-64E3-4914-8F44-A012F207C94D}" type="presParOf" srcId="{01D15EDE-BBF2-4390-83A9-E88776CC8323}" destId="{87E4B5BB-14AA-46FD-B311-19024EB95B3B}" srcOrd="0" destOrd="0" presId="urn:microsoft.com/office/officeart/2005/8/layout/orgChart1"/>
    <dgm:cxn modelId="{0DB75FBE-0B33-4EDC-B341-61EFF1E31184}" type="presParOf" srcId="{87E4B5BB-14AA-46FD-B311-19024EB95B3B}" destId="{EA770C44-7E19-4D0B-AD51-AAC31634271C}" srcOrd="0" destOrd="0" presId="urn:microsoft.com/office/officeart/2005/8/layout/orgChart1"/>
    <dgm:cxn modelId="{372F5513-79E4-4413-824E-29F79E11D714}" type="presParOf" srcId="{87E4B5BB-14AA-46FD-B311-19024EB95B3B}" destId="{822E07E0-C065-4402-8F07-DB29544662F4}" srcOrd="1" destOrd="0" presId="urn:microsoft.com/office/officeart/2005/8/layout/orgChart1"/>
    <dgm:cxn modelId="{8587E83C-E92D-4BD1-9E3F-4EBEA5C90173}" type="presParOf" srcId="{01D15EDE-BBF2-4390-83A9-E88776CC8323}" destId="{65FB8A4F-2EFC-4034-9EE9-6214BCC53E68}" srcOrd="1" destOrd="0" presId="urn:microsoft.com/office/officeart/2005/8/layout/orgChart1"/>
    <dgm:cxn modelId="{9CAB614C-4D86-4179-9FF7-6C6D683E5927}" type="presParOf" srcId="{01D15EDE-BBF2-4390-83A9-E88776CC8323}" destId="{2766718D-0C47-4CEB-A132-D2A6E931D4CA}" srcOrd="2" destOrd="0" presId="urn:microsoft.com/office/officeart/2005/8/layout/orgChart1"/>
    <dgm:cxn modelId="{B3507495-3F3E-4118-A8AF-3C4E47971A35}" type="presParOf" srcId="{E40457D7-BB24-40E4-9D5D-4BEA70382B7F}" destId="{CE1CA442-926F-4280-A34E-B0DC9B36463F}" srcOrd="2" destOrd="0" presId="urn:microsoft.com/office/officeart/2005/8/layout/orgChart1"/>
    <dgm:cxn modelId="{D1DA8EF2-A6AC-4822-BA1D-9701039CF922}" type="presParOf" srcId="{63497BFC-583C-4F42-A566-A22B94893257}" destId="{54043594-171B-43A1-ADD7-29297C6D619A}" srcOrd="2" destOrd="0" presId="urn:microsoft.com/office/officeart/2005/8/layout/orgChart1"/>
    <dgm:cxn modelId="{26008ECB-8D8C-4CFC-A629-78AAB2E11D89}" type="presParOf" srcId="{7689137C-5AAB-4463-BEAB-434D74FE6386}" destId="{38265162-5C51-4323-90B6-50DB89B8279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AD2B1-BF0F-4278-A0D4-6C67FDA2837E}">
      <dsp:nvSpPr>
        <dsp:cNvPr id="0" name=""/>
        <dsp:cNvSpPr/>
      </dsp:nvSpPr>
      <dsp:spPr>
        <a:xfrm>
          <a:off x="7389769" y="3175546"/>
          <a:ext cx="247903" cy="760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237"/>
              </a:lnTo>
              <a:lnTo>
                <a:pt x="247903" y="76023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BFE78B-FDD9-4368-8B6A-7A916FC12A3B}">
      <dsp:nvSpPr>
        <dsp:cNvPr id="0" name=""/>
        <dsp:cNvSpPr/>
      </dsp:nvSpPr>
      <dsp:spPr>
        <a:xfrm>
          <a:off x="7050968" y="2002136"/>
          <a:ext cx="999877" cy="3470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532"/>
              </a:lnTo>
              <a:lnTo>
                <a:pt x="999877" y="173532"/>
              </a:lnTo>
              <a:lnTo>
                <a:pt x="999877" y="34706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B480D0-2064-469E-B82D-77F76DFF62B5}">
      <dsp:nvSpPr>
        <dsp:cNvPr id="0" name=""/>
        <dsp:cNvSpPr/>
      </dsp:nvSpPr>
      <dsp:spPr>
        <a:xfrm>
          <a:off x="5390015" y="3175546"/>
          <a:ext cx="247903" cy="760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237"/>
              </a:lnTo>
              <a:lnTo>
                <a:pt x="247903" y="76023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D0C971-DA06-43D6-A44D-EAB1CEFADBE2}">
      <dsp:nvSpPr>
        <dsp:cNvPr id="0" name=""/>
        <dsp:cNvSpPr/>
      </dsp:nvSpPr>
      <dsp:spPr>
        <a:xfrm>
          <a:off x="6051091" y="2002136"/>
          <a:ext cx="999877" cy="347064"/>
        </a:xfrm>
        <a:custGeom>
          <a:avLst/>
          <a:gdLst/>
          <a:ahLst/>
          <a:cxnLst/>
          <a:rect l="0" t="0" r="0" b="0"/>
          <a:pathLst>
            <a:path>
              <a:moveTo>
                <a:pt x="999877" y="0"/>
              </a:moveTo>
              <a:lnTo>
                <a:pt x="999877" y="173532"/>
              </a:lnTo>
              <a:lnTo>
                <a:pt x="0" y="173532"/>
              </a:lnTo>
              <a:lnTo>
                <a:pt x="0" y="34706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C5405F-94C1-4647-A596-13EC2D72EEE0}">
      <dsp:nvSpPr>
        <dsp:cNvPr id="0" name=""/>
        <dsp:cNvSpPr/>
      </dsp:nvSpPr>
      <dsp:spPr>
        <a:xfrm>
          <a:off x="5051213" y="828726"/>
          <a:ext cx="1999754" cy="3470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532"/>
              </a:lnTo>
              <a:lnTo>
                <a:pt x="1999754" y="173532"/>
              </a:lnTo>
              <a:lnTo>
                <a:pt x="1999754" y="34706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678BE3-B001-4161-8185-6C76C8F5875B}">
      <dsp:nvSpPr>
        <dsp:cNvPr id="0" name=""/>
        <dsp:cNvSpPr/>
      </dsp:nvSpPr>
      <dsp:spPr>
        <a:xfrm>
          <a:off x="3390260" y="3175546"/>
          <a:ext cx="247903" cy="760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237"/>
              </a:lnTo>
              <a:lnTo>
                <a:pt x="247903" y="76023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E5190B-A4B3-4B26-895E-C4D764D9C986}">
      <dsp:nvSpPr>
        <dsp:cNvPr id="0" name=""/>
        <dsp:cNvSpPr/>
      </dsp:nvSpPr>
      <dsp:spPr>
        <a:xfrm>
          <a:off x="3051459" y="2002136"/>
          <a:ext cx="999877" cy="3470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532"/>
              </a:lnTo>
              <a:lnTo>
                <a:pt x="999877" y="173532"/>
              </a:lnTo>
              <a:lnTo>
                <a:pt x="999877" y="34706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7F631-BA29-4EA2-8093-36D2E10D2D14}">
      <dsp:nvSpPr>
        <dsp:cNvPr id="0" name=""/>
        <dsp:cNvSpPr/>
      </dsp:nvSpPr>
      <dsp:spPr>
        <a:xfrm>
          <a:off x="1390505" y="3175546"/>
          <a:ext cx="247903" cy="760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237"/>
              </a:lnTo>
              <a:lnTo>
                <a:pt x="247903" y="76023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4630D-8258-4CC2-A580-8234A0BADFA5}">
      <dsp:nvSpPr>
        <dsp:cNvPr id="0" name=""/>
        <dsp:cNvSpPr/>
      </dsp:nvSpPr>
      <dsp:spPr>
        <a:xfrm>
          <a:off x="2051581" y="2002136"/>
          <a:ext cx="999877" cy="347064"/>
        </a:xfrm>
        <a:custGeom>
          <a:avLst/>
          <a:gdLst/>
          <a:ahLst/>
          <a:cxnLst/>
          <a:rect l="0" t="0" r="0" b="0"/>
          <a:pathLst>
            <a:path>
              <a:moveTo>
                <a:pt x="999877" y="0"/>
              </a:moveTo>
              <a:lnTo>
                <a:pt x="999877" y="173532"/>
              </a:lnTo>
              <a:lnTo>
                <a:pt x="0" y="173532"/>
              </a:lnTo>
              <a:lnTo>
                <a:pt x="0" y="34706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166C1-95B2-4BFE-AC2F-952B8AAE28C8}">
      <dsp:nvSpPr>
        <dsp:cNvPr id="0" name=""/>
        <dsp:cNvSpPr/>
      </dsp:nvSpPr>
      <dsp:spPr>
        <a:xfrm>
          <a:off x="3051459" y="828726"/>
          <a:ext cx="1999754" cy="347064"/>
        </a:xfrm>
        <a:custGeom>
          <a:avLst/>
          <a:gdLst/>
          <a:ahLst/>
          <a:cxnLst/>
          <a:rect l="0" t="0" r="0" b="0"/>
          <a:pathLst>
            <a:path>
              <a:moveTo>
                <a:pt x="1999754" y="0"/>
              </a:moveTo>
              <a:lnTo>
                <a:pt x="1999754" y="173532"/>
              </a:lnTo>
              <a:lnTo>
                <a:pt x="0" y="173532"/>
              </a:lnTo>
              <a:lnTo>
                <a:pt x="0" y="34706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E164F-4554-4265-9227-EBE25F6A4240}">
      <dsp:nvSpPr>
        <dsp:cNvPr id="0" name=""/>
        <dsp:cNvSpPr/>
      </dsp:nvSpPr>
      <dsp:spPr>
        <a:xfrm>
          <a:off x="4224868" y="238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0F0302020204030204"/>
            </a:rPr>
            <a:t>Data</a:t>
          </a:r>
          <a:endParaRPr lang="en-US" sz="2800" kern="1200" dirty="0"/>
        </a:p>
      </dsp:txBody>
      <dsp:txXfrm>
        <a:off x="4224868" y="2381"/>
        <a:ext cx="1652689" cy="826344"/>
      </dsp:txXfrm>
    </dsp:sp>
    <dsp:sp modelId="{BA30C390-225B-4658-8812-30682021F038}">
      <dsp:nvSpPr>
        <dsp:cNvPr id="0" name=""/>
        <dsp:cNvSpPr/>
      </dsp:nvSpPr>
      <dsp:spPr>
        <a:xfrm>
          <a:off x="2225114" y="1175791"/>
          <a:ext cx="1652689" cy="8263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Qualitative (Categorical)</a:t>
          </a:r>
          <a:endParaRPr lang="en-US" sz="2000" kern="1200" dirty="0"/>
        </a:p>
      </dsp:txBody>
      <dsp:txXfrm>
        <a:off x="2225114" y="1175791"/>
        <a:ext cx="1652689" cy="826344"/>
      </dsp:txXfrm>
    </dsp:sp>
    <dsp:sp modelId="{B015E2EF-D773-4946-8329-3E0B22D54CB8}">
      <dsp:nvSpPr>
        <dsp:cNvPr id="0" name=""/>
        <dsp:cNvSpPr/>
      </dsp:nvSpPr>
      <dsp:spPr>
        <a:xfrm>
          <a:off x="1225236" y="2349201"/>
          <a:ext cx="1652689" cy="826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Nominal</a:t>
          </a:r>
        </a:p>
      </dsp:txBody>
      <dsp:txXfrm>
        <a:off x="1225236" y="2349201"/>
        <a:ext cx="1652689" cy="826344"/>
      </dsp:txXfrm>
    </dsp:sp>
    <dsp:sp modelId="{282AC3D5-9A3F-4EF7-A261-CA5BA522D317}">
      <dsp:nvSpPr>
        <dsp:cNvPr id="0" name=""/>
        <dsp:cNvSpPr/>
      </dsp:nvSpPr>
      <dsp:spPr>
        <a:xfrm>
          <a:off x="1638409" y="3522611"/>
          <a:ext cx="1652689" cy="826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 Display" panose="020F0302020204030204"/>
            </a:rPr>
            <a:t>No implied order e.g. colours</a:t>
          </a:r>
        </a:p>
      </dsp:txBody>
      <dsp:txXfrm>
        <a:off x="1638409" y="3522611"/>
        <a:ext cx="1652689" cy="826344"/>
      </dsp:txXfrm>
    </dsp:sp>
    <dsp:sp modelId="{954C9259-8BE4-4A21-A779-6A520E669586}">
      <dsp:nvSpPr>
        <dsp:cNvPr id="0" name=""/>
        <dsp:cNvSpPr/>
      </dsp:nvSpPr>
      <dsp:spPr>
        <a:xfrm>
          <a:off x="3224991" y="2349201"/>
          <a:ext cx="1652689" cy="826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Ordinal </a:t>
          </a:r>
        </a:p>
      </dsp:txBody>
      <dsp:txXfrm>
        <a:off x="3224991" y="2349201"/>
        <a:ext cx="1652689" cy="826344"/>
      </dsp:txXfrm>
    </dsp:sp>
    <dsp:sp modelId="{5F38459A-764A-42A1-8DD6-4BD579D4C01F}">
      <dsp:nvSpPr>
        <dsp:cNvPr id="0" name=""/>
        <dsp:cNvSpPr/>
      </dsp:nvSpPr>
      <dsp:spPr>
        <a:xfrm>
          <a:off x="3638163" y="3522611"/>
          <a:ext cx="1652689" cy="826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/>
              <a:ea typeface="Calibri"/>
              <a:cs typeface="Calibri"/>
            </a:rPr>
            <a:t>There is an implied order e.g. low, medium, high</a:t>
          </a:r>
          <a:endParaRPr lang="en-US" sz="1400" kern="1200" dirty="0">
            <a:latin typeface="Aptos Display" panose="020F0302020204030204"/>
          </a:endParaRPr>
        </a:p>
      </dsp:txBody>
      <dsp:txXfrm>
        <a:off x="3638163" y="3522611"/>
        <a:ext cx="1652689" cy="826344"/>
      </dsp:txXfrm>
    </dsp:sp>
    <dsp:sp modelId="{BE2955F7-4412-4408-8C76-B2A9AC56C5AF}">
      <dsp:nvSpPr>
        <dsp:cNvPr id="0" name=""/>
        <dsp:cNvSpPr/>
      </dsp:nvSpPr>
      <dsp:spPr>
        <a:xfrm>
          <a:off x="6224623" y="1175791"/>
          <a:ext cx="1652689" cy="8263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Quantitative (Numeric)</a:t>
          </a:r>
          <a:endParaRPr lang="en-US" sz="2000" kern="1200" dirty="0"/>
        </a:p>
      </dsp:txBody>
      <dsp:txXfrm>
        <a:off x="6224623" y="1175791"/>
        <a:ext cx="1652689" cy="826344"/>
      </dsp:txXfrm>
    </dsp:sp>
    <dsp:sp modelId="{5AF84C10-A5A2-406A-8F41-04A5DDDBEB42}">
      <dsp:nvSpPr>
        <dsp:cNvPr id="0" name=""/>
        <dsp:cNvSpPr/>
      </dsp:nvSpPr>
      <dsp:spPr>
        <a:xfrm>
          <a:off x="5224746" y="2349201"/>
          <a:ext cx="1652689" cy="826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Discrete</a:t>
          </a:r>
        </a:p>
      </dsp:txBody>
      <dsp:txXfrm>
        <a:off x="5224746" y="2349201"/>
        <a:ext cx="1652689" cy="826344"/>
      </dsp:txXfrm>
    </dsp:sp>
    <dsp:sp modelId="{25564DDF-F8C6-487F-AA67-E07055B97643}">
      <dsp:nvSpPr>
        <dsp:cNvPr id="0" name=""/>
        <dsp:cNvSpPr/>
      </dsp:nvSpPr>
      <dsp:spPr>
        <a:xfrm>
          <a:off x="5637918" y="3522611"/>
          <a:ext cx="1652689" cy="826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 Display" panose="020F0302020204030204"/>
            </a:rPr>
            <a:t>Fixed width gaps between possible scores e.g. age in years</a:t>
          </a:r>
        </a:p>
      </dsp:txBody>
      <dsp:txXfrm>
        <a:off x="5637918" y="3522611"/>
        <a:ext cx="1652689" cy="826344"/>
      </dsp:txXfrm>
    </dsp:sp>
    <dsp:sp modelId="{066F6214-F751-459F-A9F9-6FB47DE5E806}">
      <dsp:nvSpPr>
        <dsp:cNvPr id="0" name=""/>
        <dsp:cNvSpPr/>
      </dsp:nvSpPr>
      <dsp:spPr>
        <a:xfrm>
          <a:off x="7224500" y="2349201"/>
          <a:ext cx="1652689" cy="826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Continuous</a:t>
          </a:r>
          <a:endParaRPr lang="en-US" sz="1800" kern="1200" dirty="0"/>
        </a:p>
      </dsp:txBody>
      <dsp:txXfrm>
        <a:off x="7224500" y="2349201"/>
        <a:ext cx="1652689" cy="826344"/>
      </dsp:txXfrm>
    </dsp:sp>
    <dsp:sp modelId="{EA770C44-7E19-4D0B-AD51-AAC31634271C}">
      <dsp:nvSpPr>
        <dsp:cNvPr id="0" name=""/>
        <dsp:cNvSpPr/>
      </dsp:nvSpPr>
      <dsp:spPr>
        <a:xfrm>
          <a:off x="7637673" y="3522611"/>
          <a:ext cx="1652689" cy="826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 Display" panose="020F0302020204030204"/>
            </a:rPr>
            <a:t>No gaps between possible scores e.g. height</a:t>
          </a:r>
        </a:p>
      </dsp:txBody>
      <dsp:txXfrm>
        <a:off x="7637673" y="3522611"/>
        <a:ext cx="1652689" cy="826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CCE6B-EF91-817D-7B54-4BE614EA2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4C601-015F-A1F0-6CB1-7F2A000DC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8CE6B-19F8-8696-F24E-3F8ABA203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C3BFF-59F7-9212-B14E-54D08D27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1CB9-204C-2BC6-4FCB-905E7E9B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08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8DD6-7D43-57DE-D776-7B78DD9E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5E2D0-61FF-24E1-8246-A3FCCF901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334AB-1AB3-D4ED-5DD8-ED417D52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95D98-1EDC-1736-D084-9EBB86DD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DF04-99E0-9DE4-3C13-8473CF2C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28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B213-A4E0-F842-4238-EEF1ED69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CA51C-BF04-A36F-14B6-24C5AC9A4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F1377-FA5E-4988-D0BB-139358D7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517B9-EBF5-C24E-1FFC-901A6F57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7350E-8BF4-A6E5-12EF-B984891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3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C0B3-5114-F284-CDF2-8C4C3E46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4639-811C-2B49-4067-88B1BA180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D2DC4-620C-C28A-1BF2-4FE224A49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04CC0-A090-182C-F32C-A1841187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C0910-26A7-0782-C2A5-0D5C8645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FCAE6-EB47-A642-5428-102FFC45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1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8C6F-4C41-156C-1EF1-27B4447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122A3-A24F-E2D5-B7CC-3B3864C96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123D6-A20A-A2CE-B680-65B244516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9E563-0F0A-E338-614B-B9C8323A0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E6332-9AB9-A080-4578-A73FABDB8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613E1-19F7-582B-7B66-989859E0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8A20D-590A-3BE0-D703-D4E43D3E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561256-74D2-AFBD-C630-03A11CCB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64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8753-091B-7375-DA37-E51C3392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A081E-312B-188A-651E-0014B421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BBD0B-17B1-7A5C-C0FE-CF17559B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FE630-F524-5BAA-E0DC-7645BB3B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5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675B6-8CFD-C4E0-58EA-0C7A1E7D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8577F-BF65-E113-4406-F797C087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0D07F-CA08-930E-547D-A8D0A9EB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11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1A78-9012-1190-8FA4-A756F370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EA484-6D04-1B9B-6DA6-F9E3CB15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ECF79-B2DD-C204-2B7A-E6E69BBE4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E2B60-7C4D-C5C3-3530-8A660BC1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E510B-EC2F-608B-1F30-E3F2D624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FB6E2-E14F-DCEF-201C-CDC5150D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6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04E4-E22A-127E-0BCB-B0F2F253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B80937-A075-2393-796B-73BA16DF1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406CA-C521-9023-95DC-C95FADCA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FBCCC-DAF9-4DD9-769F-DDCD39CB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5DB5A-2986-0083-A290-CC287640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D89F6-BC19-9A8B-CF3B-842076BC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380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C6BA-C92C-9823-7C20-FC52958C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A3C11-E6CF-6782-DFDA-7A957E679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56BA-B5C5-3D8C-4B2B-642DB431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A4A3-49F8-8653-D743-CFC618E8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AFBBE-64C6-A1CF-7259-555BD45F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62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89C92-54DE-0C0D-991C-C07FDBDB4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30208-32F9-F3BB-FF24-1A2925A8D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1D7FE-2832-D6DC-E79A-4630E72D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2EEFE-5BF7-130C-5139-DF27F382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E0216-2785-3A5B-8039-2B60596D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57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134C9-A249-04AD-4F7A-603EF7C5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5595F-F160-B3E7-EC5D-D5432BE4C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E5625-583D-D352-55E5-DDF0EC26B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04DCD-49A4-4C8A-AC93-D70ED1634DDA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F98D-AC12-4985-2F87-69BFFA720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555A7-EB92-058E-1152-936D7372A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6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4C5EC0-CBA2-00B1-7216-A37B33C2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Boxplot</a:t>
            </a:r>
            <a:endParaRPr lang="en-AU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9E5434-95C3-09F0-E972-8CF2CF0B1BB6}"/>
              </a:ext>
            </a:extLst>
          </p:cNvPr>
          <p:cNvGrpSpPr/>
          <p:nvPr/>
        </p:nvGrpSpPr>
        <p:grpSpPr>
          <a:xfrm>
            <a:off x="4174434" y="2034209"/>
            <a:ext cx="3399183" cy="4393095"/>
            <a:chOff x="4174434" y="2034209"/>
            <a:chExt cx="3399183" cy="439309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010837-079C-C4DC-671A-E98B64B55D4E}"/>
                </a:ext>
              </a:extLst>
            </p:cNvPr>
            <p:cNvSpPr/>
            <p:nvPr/>
          </p:nvSpPr>
          <p:spPr>
            <a:xfrm>
              <a:off x="4174434" y="2034209"/>
              <a:ext cx="3399183" cy="43930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93C03CF-6C63-3C3B-6618-1E147D6092F6}"/>
                </a:ext>
              </a:extLst>
            </p:cNvPr>
            <p:cNvGrpSpPr/>
            <p:nvPr/>
          </p:nvGrpSpPr>
          <p:grpSpPr>
            <a:xfrm>
              <a:off x="4499110" y="2372139"/>
              <a:ext cx="2991680" cy="3806116"/>
              <a:chOff x="4499110" y="2372139"/>
              <a:chExt cx="2991680" cy="3806116"/>
            </a:xfrm>
          </p:grpSpPr>
          <p:pic>
            <p:nvPicPr>
              <p:cNvPr id="5" name="Picture 4" descr="A white rectangular object with black lines&#10;&#10;AI-generated content may be incorrect.">
                <a:extLst>
                  <a:ext uri="{FF2B5EF4-FFF2-40B4-BE49-F238E27FC236}">
                    <a16:creationId xmlns:a16="http://schemas.microsoft.com/office/drawing/2014/main" id="{27D42CA1-B98F-3EA1-B6BC-630BD3337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30242" y="2429031"/>
                <a:ext cx="2333951" cy="3696216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1A9A1B-42C6-F0FF-5CA7-5C71C3772A3C}"/>
                  </a:ext>
                </a:extLst>
              </p:cNvPr>
              <p:cNvSpPr txBox="1"/>
              <p:nvPr/>
            </p:nvSpPr>
            <p:spPr>
              <a:xfrm>
                <a:off x="5406886" y="2372139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</a:t>
                </a:r>
                <a:endParaRPr lang="en-AU" sz="14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664E24-A24F-FA96-32DF-D3C2C906B143}"/>
                  </a:ext>
                </a:extLst>
              </p:cNvPr>
              <p:cNvSpPr txBox="1"/>
              <p:nvPr/>
            </p:nvSpPr>
            <p:spPr>
              <a:xfrm>
                <a:off x="5406886" y="5002695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</a:t>
                </a:r>
                <a:endParaRPr lang="en-AU" sz="14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A7304-718E-A283-7E45-C67874110AA6}"/>
                  </a:ext>
                </a:extLst>
              </p:cNvPr>
              <p:cNvSpPr txBox="1"/>
              <p:nvPr/>
            </p:nvSpPr>
            <p:spPr>
              <a:xfrm>
                <a:off x="5161722" y="5870478"/>
                <a:ext cx="8878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Outlier</a:t>
                </a:r>
                <a:endParaRPr lang="en-AU" sz="14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2C6CD5-A07D-3F6E-E433-D66D0ED6991F}"/>
                  </a:ext>
                </a:extLst>
              </p:cNvPr>
              <p:cNvSpPr txBox="1"/>
              <p:nvPr/>
            </p:nvSpPr>
            <p:spPr>
              <a:xfrm>
                <a:off x="4499110" y="4277139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Q1</a:t>
                </a:r>
                <a:endParaRPr lang="en-AU" sz="1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C1747A-BAEC-555A-7533-9CD5C55B2B60}"/>
                  </a:ext>
                </a:extLst>
              </p:cNvPr>
              <p:cNvSpPr txBox="1"/>
              <p:nvPr/>
            </p:nvSpPr>
            <p:spPr>
              <a:xfrm>
                <a:off x="4499110" y="3969362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Q2</a:t>
                </a:r>
                <a:endParaRPr lang="en-AU" sz="14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ED9E94-AA8A-18A6-B216-F899A230E1DD}"/>
                  </a:ext>
                </a:extLst>
              </p:cNvPr>
              <p:cNvSpPr txBox="1"/>
              <p:nvPr/>
            </p:nvSpPr>
            <p:spPr>
              <a:xfrm>
                <a:off x="4499110" y="3547452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Q3</a:t>
                </a:r>
                <a:endParaRPr lang="en-AU" sz="14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2F58FC-225F-1066-E4FC-004A750D660F}"/>
                  </a:ext>
                </a:extLst>
              </p:cNvPr>
              <p:cNvSpPr txBox="1"/>
              <p:nvPr/>
            </p:nvSpPr>
            <p:spPr>
              <a:xfrm>
                <a:off x="5897217" y="2932145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12BADD-93EB-5E4B-A846-A40BE6601167}"/>
                  </a:ext>
                </a:extLst>
              </p:cNvPr>
              <p:cNvSpPr txBox="1"/>
              <p:nvPr/>
            </p:nvSpPr>
            <p:spPr>
              <a:xfrm>
                <a:off x="6848060" y="3746569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7587CF-66FC-8125-664E-364BD15E2C92}"/>
                  </a:ext>
                </a:extLst>
              </p:cNvPr>
              <p:cNvSpPr txBox="1"/>
              <p:nvPr/>
            </p:nvSpPr>
            <p:spPr>
              <a:xfrm>
                <a:off x="6848060" y="4111238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0655B3-4C6F-EE0F-8F5F-373F1DFCF994}"/>
                  </a:ext>
                </a:extLst>
              </p:cNvPr>
              <p:cNvSpPr txBox="1"/>
              <p:nvPr/>
            </p:nvSpPr>
            <p:spPr>
              <a:xfrm>
                <a:off x="5934923" y="4694918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833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9015-B0D0-D274-AECC-E18CE3F5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42EC9C-A27B-E315-A91E-4CA96765E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8923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43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76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Boxplot</vt:lpstr>
      <vt:lpstr>Types of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Dear</dc:creator>
  <cp:lastModifiedBy>Michael Dear</cp:lastModifiedBy>
  <cp:revision>1</cp:revision>
  <dcterms:created xsi:type="dcterms:W3CDTF">2026-02-27T10:18:29Z</dcterms:created>
  <dcterms:modified xsi:type="dcterms:W3CDTF">2026-03-10T22:57:27Z</dcterms:modified>
</cp:coreProperties>
</file>